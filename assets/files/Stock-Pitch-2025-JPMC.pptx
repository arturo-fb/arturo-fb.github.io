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Anaheim"/>
      <p:regular r:id="rId33"/>
      <p:bold r:id="rId34"/>
    </p:embeddedFont>
    <p:embeddedFont>
      <p:font typeface="Montserrat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  <p:embeddedFont>
      <p:font typeface="Bebas Neue"/>
      <p:regular r:id="rId43"/>
    </p:embeddedFont>
    <p:embeddedFont>
      <p:font typeface="Jura"/>
      <p:regular r:id="rId44"/>
      <p:bold r:id="rId45"/>
    </p:embeddedFont>
    <p:embeddedFont>
      <p:font typeface="Albert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44" Type="http://schemas.openxmlformats.org/officeDocument/2006/relationships/font" Target="fonts/Jura-regular.fntdata"/><Relationship Id="rId43" Type="http://schemas.openxmlformats.org/officeDocument/2006/relationships/font" Target="fonts/BebasNeue-regular.fntdata"/><Relationship Id="rId46" Type="http://schemas.openxmlformats.org/officeDocument/2006/relationships/font" Target="fonts/AlbertSans-regular.fntdata"/><Relationship Id="rId45" Type="http://schemas.openxmlformats.org/officeDocument/2006/relationships/font" Target="fonts/Jur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AlbertSans-italic.fntdata"/><Relationship Id="rId47" Type="http://schemas.openxmlformats.org/officeDocument/2006/relationships/font" Target="fonts/AlbertSans-bold.fntdata"/><Relationship Id="rId49" Type="http://schemas.openxmlformats.org/officeDocument/2006/relationships/font" Target="fonts/Albert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33" Type="http://schemas.openxmlformats.org/officeDocument/2006/relationships/font" Target="fonts/Anaheim-regular.fntdata"/><Relationship Id="rId32" Type="http://schemas.openxmlformats.org/officeDocument/2006/relationships/font" Target="fonts/Roboto-boldItalic.fntdata"/><Relationship Id="rId35" Type="http://schemas.openxmlformats.org/officeDocument/2006/relationships/font" Target="fonts/Montserrat-regular.fntdata"/><Relationship Id="rId34" Type="http://schemas.openxmlformats.org/officeDocument/2006/relationships/font" Target="fonts/Anaheim-bold.fntdata"/><Relationship Id="rId37" Type="http://schemas.openxmlformats.org/officeDocument/2006/relationships/font" Target="fonts/Montserrat-italic.fntdata"/><Relationship Id="rId36" Type="http://schemas.openxmlformats.org/officeDocument/2006/relationships/font" Target="fonts/Montserrat-bold.fntdata"/><Relationship Id="rId39" Type="http://schemas.openxmlformats.org/officeDocument/2006/relationships/font" Target="fonts/Lato-regular.fntdata"/><Relationship Id="rId38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29" Type="http://schemas.openxmlformats.org/officeDocument/2006/relationships/font" Target="fonts/Robot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rporatefinanceinstitute.com/resources/equities/what-is-a-stock/" TargetMode="External"/><Relationship Id="rId3" Type="http://schemas.openxmlformats.org/officeDocument/2006/relationships/hyperlink" Target="https://corporatefinanceinstitute.com/resources/valuation/what-is-market-capitalization/" TargetMode="External"/><Relationship Id="rId4" Type="http://schemas.openxmlformats.org/officeDocument/2006/relationships/hyperlink" Target="https://corporatefinanceinstitute.com/resources/equities/blue-chip/#:~:text=A%20blue%20chip%20is%20a,running%20into%20billions%20of%20dollars.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57360eb1d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57360eb1d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 blue chip is a </a:t>
            </a:r>
            <a:r>
              <a:rPr lang="en" sz="1200">
                <a:solidFill>
                  <a:srgbClr val="004993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stock</a:t>
            </a:r>
            <a:r>
              <a:rPr lang="en" sz="1200">
                <a:solidFill>
                  <a:srgbClr val="37415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of a well-established corporation with a reputation for reliability, quality, and financial stability. Blue chip stocks are usually the market leaders in their sectors and have a </a:t>
            </a:r>
            <a:r>
              <a:rPr lang="en" sz="1200">
                <a:solidFill>
                  <a:srgbClr val="004993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market capitalization</a:t>
            </a:r>
            <a:r>
              <a:rPr lang="en" sz="1200">
                <a:solidFill>
                  <a:srgbClr val="37415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running into billions of dollars. - CFI</a:t>
            </a:r>
            <a:endParaRPr sz="1200">
              <a:solidFill>
                <a:srgbClr val="37415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https://corporatefinanceinstitute.com/resources/equities/blue-chip/#:~:text=A%20blue%20chip%20is%20a,running%20into%20billions%20of%20dollars.</a:t>
            </a:r>
            <a:endParaRPr sz="1200">
              <a:solidFill>
                <a:srgbClr val="37415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57360eb1da_1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57360eb1da_1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chemeClr val="lt1"/>
                </a:highlight>
              </a:rPr>
              <a:t>JPMorgan acquired Bear Stearns, a major investment bank, for $1.4 billion with the assistance of the Federal Reserve, preventing its complete collapse and a potential domino effect on other financial institutions.</a:t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dk1"/>
                </a:solidFill>
                <a:highlight>
                  <a:schemeClr val="lt1"/>
                </a:highlight>
              </a:rPr>
              <a:t> Morgan also intervened during financial crises, like the Panic of 1907, by organizing a group of financiers to stabilize the American banking system, effectively bailing ou</a:t>
            </a:r>
            <a:r>
              <a:rPr lang="en" sz="1350">
                <a:solidFill>
                  <a:schemeClr val="dk1"/>
                </a:solidFill>
              </a:rPr>
              <a:t>t failing banks</a:t>
            </a:r>
            <a:endParaRPr sz="1200">
              <a:solidFill>
                <a:schemeClr val="dk1"/>
              </a:solidFill>
              <a:highlight>
                <a:srgbClr val="101218"/>
              </a:highlight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184d99d1a7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184d99d1a7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1. On Trump’s Tariffs and Trade Tensions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Global Reach</a:t>
            </a:r>
            <a:r>
              <a:rPr lang="en">
                <a:solidFill>
                  <a:schemeClr val="dk1"/>
                </a:solidFill>
              </a:rPr>
              <a:t>: JPM has diversified international exposure, but it’s not over-reliant on any one market.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Corporate Advisory Strength</a:t>
            </a:r>
            <a:r>
              <a:rPr lang="en">
                <a:solidFill>
                  <a:schemeClr val="dk1"/>
                </a:solidFill>
              </a:rPr>
              <a:t>: Trade tensions can create M&amp;A opportunities and drive corporate clients to seek JPM’s advisory, hedging, and financing services.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Market Volatility = Trading Revenue</a:t>
            </a:r>
            <a:r>
              <a:rPr lang="en">
                <a:solidFill>
                  <a:schemeClr val="dk1"/>
                </a:solidFill>
              </a:rPr>
              <a:t>: Turbulent markets often boost trading volume, which JPM excels in (especially in fixed income and equity markets).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They’ve Been Here Before</a:t>
            </a:r>
            <a:r>
              <a:rPr lang="en">
                <a:solidFill>
                  <a:schemeClr val="dk1"/>
                </a:solidFill>
              </a:rPr>
              <a:t>: JPM has already operated successfully through multiple trade-war cycles (2018-2019), and their risk management playbook is strong.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2. On a Potential Recession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Fortress Balance Sheet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JPM coined the term “fortress balance sheet” — over $1.3T in deposits and strong liquidity ratios.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Low Loan Delinquency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Conservative underwriting standards; they've been stress-tested.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Resilient Revenue Streams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In a recession, consumer lending might dip, but JPM has: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Investment banking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Wealth management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Fixed-income trading (often does well in volatility)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54dda1946d_4_2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54dda1946d_4_2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84d99d1a7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84d99d1a7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r>
              <a:rPr b="1" lang="en">
                <a:solidFill>
                  <a:schemeClr val="dk1"/>
                </a:solidFill>
              </a:rPr>
              <a:t>blockchain-based financial system</a:t>
            </a:r>
            <a:r>
              <a:rPr lang="en">
                <a:solidFill>
                  <a:schemeClr val="dk1"/>
                </a:solidFill>
              </a:rPr>
              <a:t> that helps big banks and companies move money faster, more securely, and around the clock — using </a:t>
            </a:r>
            <a:r>
              <a:rPr b="1" lang="en">
                <a:solidFill>
                  <a:schemeClr val="dk1"/>
                </a:solidFill>
              </a:rPr>
              <a:t>blockchain technology</a:t>
            </a:r>
            <a:r>
              <a:rPr lang="en">
                <a:solidFill>
                  <a:schemeClr val="dk1"/>
                </a:solidFill>
              </a:rPr>
              <a:t> instead of the old-school banking systems.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 Companies like</a:t>
            </a:r>
            <a:r>
              <a:rPr b="1" lang="en">
                <a:solidFill>
                  <a:schemeClr val="dk1"/>
                </a:solidFill>
              </a:rPr>
              <a:t> BlackRock</a:t>
            </a:r>
            <a:r>
              <a:rPr lang="en">
                <a:solidFill>
                  <a:schemeClr val="dk1"/>
                </a:solidFill>
              </a:rPr>
              <a:t> are using 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-</a:t>
            </a:r>
            <a:r>
              <a:rPr b="1" lang="en" sz="1300">
                <a:solidFill>
                  <a:schemeClr val="dk1"/>
                </a:solidFill>
              </a:rPr>
              <a:t>Kinexys (JPMorgan’s blockchain platform)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Speed</a:t>
            </a:r>
            <a:r>
              <a:rPr lang="en">
                <a:solidFill>
                  <a:schemeClr val="dk1"/>
                </a:solidFill>
              </a:rPr>
              <a:t>: Instant or near-instant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Hours</a:t>
            </a:r>
            <a:r>
              <a:rPr lang="en">
                <a:solidFill>
                  <a:schemeClr val="dk1"/>
                </a:solidFill>
              </a:rPr>
              <a:t>: 24/7/365 — even on holidays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Settlement</a:t>
            </a:r>
            <a:r>
              <a:rPr lang="en">
                <a:solidFill>
                  <a:schemeClr val="dk1"/>
                </a:solidFill>
              </a:rPr>
              <a:t>: Real-time, final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Technology</a:t>
            </a:r>
            <a:r>
              <a:rPr lang="en">
                <a:solidFill>
                  <a:schemeClr val="dk1"/>
                </a:solidFill>
              </a:rPr>
              <a:t>: Private, permissioned blockchain (only trusted institutions can use it)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Trust</a:t>
            </a:r>
            <a:r>
              <a:rPr lang="en">
                <a:solidFill>
                  <a:schemeClr val="dk1"/>
                </a:solidFill>
              </a:rPr>
              <a:t>: Backed by JPMorgan, used by large banks and corporations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Example</a:t>
            </a:r>
            <a:r>
              <a:rPr lang="en">
                <a:solidFill>
                  <a:schemeClr val="dk1"/>
                </a:solidFill>
              </a:rPr>
              <a:t>: A bank in Germany can instantly settle a large USD payment with JPMorgan in New York, using JPM Coin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54dda1946d_4_2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54dda1946d_4_2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18661f04b0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18661f04b0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Large diversified banks like JPM have a volitality of 18-25%, JPM is higher due to: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Broader exposure</a:t>
            </a:r>
            <a:r>
              <a:rPr lang="en">
                <a:solidFill>
                  <a:schemeClr val="dk1"/>
                </a:solidFill>
              </a:rPr>
              <a:t> across finance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Market-based revenues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Global footprint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Being a proxy</a:t>
            </a:r>
            <a:r>
              <a:rPr lang="en">
                <a:solidFill>
                  <a:schemeClr val="dk1"/>
                </a:solidFill>
              </a:rPr>
              <a:t> for the entire banking sector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Koyfin</a:t>
            </a:r>
            <a:r>
              <a:rPr lang="en">
                <a:solidFill>
                  <a:schemeClr val="dk1"/>
                </a:solidFill>
              </a:rPr>
              <a:t> is a comprehensive financial analytics platform designed to provide investors with advanced tools for market research and analysis. It offers a Bloomberg-like experience, combining real-time data, customizable dashboards, and powerful charting capabilities to cater to both retail and institutional investors.​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84d99d1a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84d99d1a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72b1845856_1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72b1845856_1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4adfce1f36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4adfce1f36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57f9487000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57f9487000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4ba03478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4ba03478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4ec5ce14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4ec5ce14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4edb9f108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4edb9f108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" y="-6858"/>
            <a:ext cx="9143998" cy="515721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1027200" y="1007375"/>
            <a:ext cx="7089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307650" y="2810525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341" y="-6858"/>
            <a:ext cx="9141319" cy="5157216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/>
          <p:nvPr>
            <p:ph type="title"/>
          </p:nvPr>
        </p:nvSpPr>
        <p:spPr>
          <a:xfrm>
            <a:off x="713225" y="3682350"/>
            <a:ext cx="7717800" cy="92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713225" y="2762850"/>
            <a:ext cx="1753800" cy="690900"/>
          </a:xfrm>
          <a:prstGeom prst="rect">
            <a:avLst/>
          </a:prstGeom>
          <a:solidFill>
            <a:srgbClr val="89FFFF">
              <a:alpha val="443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>
            <p:ph idx="3" type="pic"/>
          </p:nvPr>
        </p:nvSpPr>
        <p:spPr>
          <a:xfrm>
            <a:off x="4480775" y="539500"/>
            <a:ext cx="3950400" cy="2914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>
            <a:off x="1" y="-6858"/>
            <a:ext cx="9143998" cy="515721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20000" y="1215750"/>
            <a:ext cx="7704000" cy="283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1" name="Google Shape;21;p4"/>
          <p:cNvGrpSpPr/>
          <p:nvPr/>
        </p:nvGrpSpPr>
        <p:grpSpPr>
          <a:xfrm>
            <a:off x="8298336" y="4201128"/>
            <a:ext cx="845673" cy="942381"/>
            <a:chOff x="8298336" y="4201128"/>
            <a:chExt cx="845673" cy="942381"/>
          </a:xfrm>
        </p:grpSpPr>
        <p:sp>
          <p:nvSpPr>
            <p:cNvPr id="22" name="Google Shape;22;p4"/>
            <p:cNvSpPr/>
            <p:nvPr/>
          </p:nvSpPr>
          <p:spPr>
            <a:xfrm flipH="1">
              <a:off x="8304823" y="4661118"/>
              <a:ext cx="177018" cy="169567"/>
            </a:xfrm>
            <a:custGeom>
              <a:rect b="b" l="l" r="r" t="t"/>
              <a:pathLst>
                <a:path extrusionOk="0" h="2640" w="2756">
                  <a:moveTo>
                    <a:pt x="1" y="1"/>
                  </a:moveTo>
                  <a:lnTo>
                    <a:pt x="1" y="2639"/>
                  </a:lnTo>
                  <a:lnTo>
                    <a:pt x="2755" y="2639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flipH="1">
              <a:off x="8298336" y="4654631"/>
              <a:ext cx="189093" cy="181642"/>
            </a:xfrm>
            <a:custGeom>
              <a:rect b="b" l="l" r="r" t="t"/>
              <a:pathLst>
                <a:path extrusionOk="0" h="2828" w="2944">
                  <a:moveTo>
                    <a:pt x="2755" y="189"/>
                  </a:moveTo>
                  <a:lnTo>
                    <a:pt x="2755" y="2653"/>
                  </a:lnTo>
                  <a:lnTo>
                    <a:pt x="189" y="2653"/>
                  </a:lnTo>
                  <a:lnTo>
                    <a:pt x="189" y="189"/>
                  </a:lnTo>
                  <a:close/>
                  <a:moveTo>
                    <a:pt x="88" y="1"/>
                  </a:moveTo>
                  <a:cubicBezTo>
                    <a:pt x="44" y="1"/>
                    <a:pt x="1" y="44"/>
                    <a:pt x="1" y="102"/>
                  </a:cubicBezTo>
                  <a:lnTo>
                    <a:pt x="1" y="2740"/>
                  </a:lnTo>
                  <a:cubicBezTo>
                    <a:pt x="1" y="2798"/>
                    <a:pt x="44" y="2827"/>
                    <a:pt x="88" y="2827"/>
                  </a:cubicBezTo>
                  <a:lnTo>
                    <a:pt x="2842" y="2827"/>
                  </a:lnTo>
                  <a:cubicBezTo>
                    <a:pt x="2900" y="2827"/>
                    <a:pt x="2943" y="2798"/>
                    <a:pt x="2943" y="2740"/>
                  </a:cubicBezTo>
                  <a:lnTo>
                    <a:pt x="2943" y="102"/>
                  </a:lnTo>
                  <a:cubicBezTo>
                    <a:pt x="2943" y="44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flipH="1">
              <a:off x="8386781" y="4825032"/>
              <a:ext cx="12204" cy="229108"/>
            </a:xfrm>
            <a:custGeom>
              <a:rect b="b" l="l" r="r" t="t"/>
              <a:pathLst>
                <a:path extrusionOk="0" h="3567" w="190">
                  <a:moveTo>
                    <a:pt x="87" y="0"/>
                  </a:moveTo>
                  <a:cubicBezTo>
                    <a:pt x="44" y="0"/>
                    <a:pt x="0" y="29"/>
                    <a:pt x="0" y="87"/>
                  </a:cubicBezTo>
                  <a:lnTo>
                    <a:pt x="0" y="3480"/>
                  </a:lnTo>
                  <a:cubicBezTo>
                    <a:pt x="0" y="3524"/>
                    <a:pt x="44" y="3567"/>
                    <a:pt x="87" y="3567"/>
                  </a:cubicBezTo>
                  <a:cubicBezTo>
                    <a:pt x="145" y="3567"/>
                    <a:pt x="189" y="3524"/>
                    <a:pt x="189" y="3480"/>
                  </a:cubicBezTo>
                  <a:lnTo>
                    <a:pt x="189" y="87"/>
                  </a:lnTo>
                  <a:cubicBezTo>
                    <a:pt x="189" y="29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8386781" y="4436763"/>
              <a:ext cx="12204" cy="230008"/>
            </a:xfrm>
            <a:custGeom>
              <a:rect b="b" l="l" r="r" t="t"/>
              <a:pathLst>
                <a:path extrusionOk="0" h="3581" w="190">
                  <a:moveTo>
                    <a:pt x="87" y="0"/>
                  </a:moveTo>
                  <a:cubicBezTo>
                    <a:pt x="44" y="0"/>
                    <a:pt x="0" y="43"/>
                    <a:pt x="0" y="101"/>
                  </a:cubicBezTo>
                  <a:lnTo>
                    <a:pt x="0" y="3494"/>
                  </a:lnTo>
                  <a:cubicBezTo>
                    <a:pt x="0" y="3538"/>
                    <a:pt x="44" y="3581"/>
                    <a:pt x="87" y="3581"/>
                  </a:cubicBezTo>
                  <a:cubicBezTo>
                    <a:pt x="145" y="3581"/>
                    <a:pt x="189" y="3538"/>
                    <a:pt x="189" y="3494"/>
                  </a:cubicBezTo>
                  <a:lnTo>
                    <a:pt x="189" y="101"/>
                  </a:lnTo>
                  <a:cubicBezTo>
                    <a:pt x="189" y="43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 flipH="1">
              <a:off x="8960503" y="4425547"/>
              <a:ext cx="177018" cy="143490"/>
            </a:xfrm>
            <a:custGeom>
              <a:rect b="b" l="l" r="r" t="t"/>
              <a:pathLst>
                <a:path extrusionOk="0" h="2234" w="2756">
                  <a:moveTo>
                    <a:pt x="1" y="1"/>
                  </a:moveTo>
                  <a:lnTo>
                    <a:pt x="1" y="2233"/>
                  </a:lnTo>
                  <a:lnTo>
                    <a:pt x="2755" y="2233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flipH="1">
              <a:off x="9043360" y="4562421"/>
              <a:ext cx="11240" cy="230072"/>
            </a:xfrm>
            <a:custGeom>
              <a:rect b="b" l="l" r="r" t="t"/>
              <a:pathLst>
                <a:path extrusionOk="0" h="3582" w="175">
                  <a:moveTo>
                    <a:pt x="88" y="0"/>
                  </a:moveTo>
                  <a:cubicBezTo>
                    <a:pt x="30" y="0"/>
                    <a:pt x="1" y="44"/>
                    <a:pt x="1" y="102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2"/>
                  </a:lnTo>
                  <a:cubicBezTo>
                    <a:pt x="175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 flipH="1">
              <a:off x="9043360" y="4201128"/>
              <a:ext cx="11240" cy="230072"/>
            </a:xfrm>
            <a:custGeom>
              <a:rect b="b" l="l" r="r" t="t"/>
              <a:pathLst>
                <a:path extrusionOk="0" h="3582" w="175">
                  <a:moveTo>
                    <a:pt x="88" y="0"/>
                  </a:moveTo>
                  <a:cubicBezTo>
                    <a:pt x="30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3"/>
                  </a:lnTo>
                  <a:cubicBezTo>
                    <a:pt x="175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 flipH="1">
              <a:off x="8652264" y="4571734"/>
              <a:ext cx="177018" cy="348319"/>
            </a:xfrm>
            <a:custGeom>
              <a:rect b="b" l="l" r="r" t="t"/>
              <a:pathLst>
                <a:path extrusionOk="0" h="5423" w="2756">
                  <a:moveTo>
                    <a:pt x="1" y="0"/>
                  </a:moveTo>
                  <a:lnTo>
                    <a:pt x="1" y="5422"/>
                  </a:lnTo>
                  <a:lnTo>
                    <a:pt x="2755" y="5422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 flipH="1">
              <a:off x="8645777" y="4565247"/>
              <a:ext cx="189093" cy="360395"/>
            </a:xfrm>
            <a:custGeom>
              <a:rect b="b" l="l" r="r" t="t"/>
              <a:pathLst>
                <a:path extrusionOk="0" h="5611" w="2944">
                  <a:moveTo>
                    <a:pt x="2755" y="188"/>
                  </a:moveTo>
                  <a:lnTo>
                    <a:pt x="2755" y="5422"/>
                  </a:lnTo>
                  <a:lnTo>
                    <a:pt x="189" y="5422"/>
                  </a:lnTo>
                  <a:lnTo>
                    <a:pt x="189" y="188"/>
                  </a:lnTo>
                  <a:close/>
                  <a:moveTo>
                    <a:pt x="88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5523"/>
                  </a:lnTo>
                  <a:cubicBezTo>
                    <a:pt x="1" y="5567"/>
                    <a:pt x="44" y="5610"/>
                    <a:pt x="88" y="5610"/>
                  </a:cubicBezTo>
                  <a:lnTo>
                    <a:pt x="2842" y="5610"/>
                  </a:lnTo>
                  <a:cubicBezTo>
                    <a:pt x="2900" y="5610"/>
                    <a:pt x="2943" y="5567"/>
                    <a:pt x="2943" y="5523"/>
                  </a:cubicBezTo>
                  <a:lnTo>
                    <a:pt x="2943" y="101"/>
                  </a:lnTo>
                  <a:cubicBezTo>
                    <a:pt x="2943" y="43"/>
                    <a:pt x="2900" y="0"/>
                    <a:pt x="2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8734222" y="4913501"/>
              <a:ext cx="12204" cy="230008"/>
            </a:xfrm>
            <a:custGeom>
              <a:rect b="b" l="l" r="r" t="t"/>
              <a:pathLst>
                <a:path extrusionOk="0" h="3581" w="190">
                  <a:moveTo>
                    <a:pt x="88" y="0"/>
                  </a:moveTo>
                  <a:cubicBezTo>
                    <a:pt x="45" y="0"/>
                    <a:pt x="1" y="43"/>
                    <a:pt x="1" y="101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88" y="3581"/>
                  </a:cubicBezTo>
                  <a:cubicBezTo>
                    <a:pt x="146" y="3581"/>
                    <a:pt x="190" y="3538"/>
                    <a:pt x="190" y="3494"/>
                  </a:cubicBezTo>
                  <a:lnTo>
                    <a:pt x="190" y="101"/>
                  </a:lnTo>
                  <a:cubicBezTo>
                    <a:pt x="190" y="43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 flipH="1">
              <a:off x="8734222" y="4348278"/>
              <a:ext cx="12204" cy="229108"/>
            </a:xfrm>
            <a:custGeom>
              <a:rect b="b" l="l" r="r" t="t"/>
              <a:pathLst>
                <a:path extrusionOk="0" h="3567" w="190">
                  <a:moveTo>
                    <a:pt x="88" y="0"/>
                  </a:moveTo>
                  <a:cubicBezTo>
                    <a:pt x="45" y="0"/>
                    <a:pt x="1" y="29"/>
                    <a:pt x="1" y="87"/>
                  </a:cubicBezTo>
                  <a:lnTo>
                    <a:pt x="1" y="3479"/>
                  </a:lnTo>
                  <a:cubicBezTo>
                    <a:pt x="1" y="3523"/>
                    <a:pt x="45" y="3566"/>
                    <a:pt x="88" y="3566"/>
                  </a:cubicBezTo>
                  <a:cubicBezTo>
                    <a:pt x="146" y="3566"/>
                    <a:pt x="190" y="3523"/>
                    <a:pt x="190" y="3479"/>
                  </a:cubicBezTo>
                  <a:lnTo>
                    <a:pt x="190" y="87"/>
                  </a:lnTo>
                  <a:cubicBezTo>
                    <a:pt x="190" y="29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flipH="1">
              <a:off x="8953952" y="4418996"/>
              <a:ext cx="190057" cy="155629"/>
            </a:xfrm>
            <a:custGeom>
              <a:rect b="b" l="l" r="r" t="t"/>
              <a:pathLst>
                <a:path extrusionOk="0" h="2423" w="2959">
                  <a:moveTo>
                    <a:pt x="2769" y="190"/>
                  </a:moveTo>
                  <a:lnTo>
                    <a:pt x="2769" y="2233"/>
                  </a:lnTo>
                  <a:lnTo>
                    <a:pt x="189" y="2233"/>
                  </a:lnTo>
                  <a:lnTo>
                    <a:pt x="189" y="190"/>
                  </a:lnTo>
                  <a:close/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2335"/>
                  </a:lnTo>
                  <a:cubicBezTo>
                    <a:pt x="1" y="2378"/>
                    <a:pt x="44" y="2422"/>
                    <a:pt x="102" y="2422"/>
                  </a:cubicBezTo>
                  <a:lnTo>
                    <a:pt x="2856" y="2422"/>
                  </a:lnTo>
                  <a:cubicBezTo>
                    <a:pt x="2914" y="2422"/>
                    <a:pt x="2958" y="2378"/>
                    <a:pt x="2958" y="2335"/>
                  </a:cubicBezTo>
                  <a:lnTo>
                    <a:pt x="2958" y="103"/>
                  </a:lnTo>
                  <a:cubicBezTo>
                    <a:pt x="2958" y="45"/>
                    <a:pt x="2914" y="1"/>
                    <a:pt x="28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4"/>
          <p:cNvSpPr/>
          <p:nvPr/>
        </p:nvSpPr>
        <p:spPr>
          <a:xfrm flipH="1" rot="745779">
            <a:off x="-4348736" y="4577748"/>
            <a:ext cx="9544045" cy="1601042"/>
          </a:xfrm>
          <a:custGeom>
            <a:rect b="b" l="l" r="r" t="t"/>
            <a:pathLst>
              <a:path extrusionOk="0" h="47304" w="281986">
                <a:moveTo>
                  <a:pt x="139742" y="0"/>
                </a:moveTo>
                <a:cubicBezTo>
                  <a:pt x="128653" y="0"/>
                  <a:pt x="122859" y="6646"/>
                  <a:pt x="117240" y="13075"/>
                </a:cubicBezTo>
                <a:cubicBezTo>
                  <a:pt x="111499" y="19628"/>
                  <a:pt x="105569" y="26413"/>
                  <a:pt x="94000" y="26413"/>
                </a:cubicBezTo>
                <a:cubicBezTo>
                  <a:pt x="82199" y="26413"/>
                  <a:pt x="76198" y="31676"/>
                  <a:pt x="70399" y="36750"/>
                </a:cubicBezTo>
                <a:cubicBezTo>
                  <a:pt x="64644" y="41809"/>
                  <a:pt x="58700" y="47028"/>
                  <a:pt x="47000" y="47028"/>
                </a:cubicBezTo>
                <a:cubicBezTo>
                  <a:pt x="35302" y="47028"/>
                  <a:pt x="29343" y="41809"/>
                  <a:pt x="23588" y="36750"/>
                </a:cubicBezTo>
                <a:cubicBezTo>
                  <a:pt x="17789" y="31676"/>
                  <a:pt x="11801" y="26413"/>
                  <a:pt x="0" y="26413"/>
                </a:cubicBezTo>
                <a:lnTo>
                  <a:pt x="0" y="26703"/>
                </a:lnTo>
                <a:cubicBezTo>
                  <a:pt x="11700" y="26703"/>
                  <a:pt x="17644" y="31922"/>
                  <a:pt x="23399" y="36967"/>
                </a:cubicBezTo>
                <a:cubicBezTo>
                  <a:pt x="29198" y="42056"/>
                  <a:pt x="35199" y="47304"/>
                  <a:pt x="47000" y="47304"/>
                </a:cubicBezTo>
                <a:cubicBezTo>
                  <a:pt x="58801" y="47304"/>
                  <a:pt x="64789" y="42056"/>
                  <a:pt x="70588" y="36967"/>
                </a:cubicBezTo>
                <a:cubicBezTo>
                  <a:pt x="76342" y="31922"/>
                  <a:pt x="82301" y="26703"/>
                  <a:pt x="94000" y="26703"/>
                </a:cubicBezTo>
                <a:cubicBezTo>
                  <a:pt x="105700" y="26703"/>
                  <a:pt x="111673" y="19860"/>
                  <a:pt x="117456" y="13249"/>
                </a:cubicBezTo>
                <a:cubicBezTo>
                  <a:pt x="123281" y="6588"/>
                  <a:pt x="128795" y="276"/>
                  <a:pt x="139715" y="276"/>
                </a:cubicBezTo>
                <a:cubicBezTo>
                  <a:pt x="140131" y="276"/>
                  <a:pt x="140554" y="285"/>
                  <a:pt x="140986" y="304"/>
                </a:cubicBezTo>
                <a:cubicBezTo>
                  <a:pt x="152337" y="797"/>
                  <a:pt x="158122" y="9799"/>
                  <a:pt x="164240" y="19309"/>
                </a:cubicBezTo>
                <a:cubicBezTo>
                  <a:pt x="170168" y="28544"/>
                  <a:pt x="176315" y="38084"/>
                  <a:pt x="187971" y="39460"/>
                </a:cubicBezTo>
                <a:cubicBezTo>
                  <a:pt x="189576" y="39649"/>
                  <a:pt x="191074" y="39736"/>
                  <a:pt x="192480" y="39736"/>
                </a:cubicBezTo>
                <a:cubicBezTo>
                  <a:pt x="201143" y="39736"/>
                  <a:pt x="206325" y="36417"/>
                  <a:pt x="211775" y="32937"/>
                </a:cubicBezTo>
                <a:cubicBezTo>
                  <a:pt x="217676" y="29153"/>
                  <a:pt x="223794" y="25239"/>
                  <a:pt x="235000" y="24746"/>
                </a:cubicBezTo>
                <a:cubicBezTo>
                  <a:pt x="246829" y="24224"/>
                  <a:pt x="252773" y="18657"/>
                  <a:pt x="258529" y="13278"/>
                </a:cubicBezTo>
                <a:cubicBezTo>
                  <a:pt x="264531" y="7669"/>
                  <a:pt x="270185" y="2377"/>
                  <a:pt x="281986" y="2377"/>
                </a:cubicBezTo>
                <a:lnTo>
                  <a:pt x="281986" y="2087"/>
                </a:lnTo>
                <a:cubicBezTo>
                  <a:pt x="270083" y="2087"/>
                  <a:pt x="264110" y="7669"/>
                  <a:pt x="258340" y="13075"/>
                </a:cubicBezTo>
                <a:cubicBezTo>
                  <a:pt x="252628" y="18425"/>
                  <a:pt x="246713" y="23948"/>
                  <a:pt x="234986" y="24470"/>
                </a:cubicBezTo>
                <a:cubicBezTo>
                  <a:pt x="223707" y="24949"/>
                  <a:pt x="217560" y="28892"/>
                  <a:pt x="211616" y="32691"/>
                </a:cubicBezTo>
                <a:cubicBezTo>
                  <a:pt x="206208" y="36155"/>
                  <a:pt x="201067" y="39448"/>
                  <a:pt x="192503" y="39448"/>
                </a:cubicBezTo>
                <a:cubicBezTo>
                  <a:pt x="191104" y="39448"/>
                  <a:pt x="189613" y="39360"/>
                  <a:pt x="188015" y="39170"/>
                </a:cubicBezTo>
                <a:cubicBezTo>
                  <a:pt x="176475" y="37823"/>
                  <a:pt x="170371" y="28326"/>
                  <a:pt x="164471" y="19164"/>
                </a:cubicBezTo>
                <a:cubicBezTo>
                  <a:pt x="158310" y="9582"/>
                  <a:pt x="152497" y="521"/>
                  <a:pt x="141000" y="28"/>
                </a:cubicBezTo>
                <a:cubicBezTo>
                  <a:pt x="140573" y="9"/>
                  <a:pt x="140154" y="0"/>
                  <a:pt x="13974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5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" y="-6858"/>
            <a:ext cx="9143998" cy="515721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5002946" y="2939601"/>
            <a:ext cx="33504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subTitle"/>
          </p:nvPr>
        </p:nvSpPr>
        <p:spPr>
          <a:xfrm>
            <a:off x="713225" y="2939601"/>
            <a:ext cx="33504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3" type="subTitle"/>
          </p:nvPr>
        </p:nvSpPr>
        <p:spPr>
          <a:xfrm>
            <a:off x="713225" y="2365950"/>
            <a:ext cx="33504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4" type="subTitle"/>
          </p:nvPr>
        </p:nvSpPr>
        <p:spPr>
          <a:xfrm>
            <a:off x="5002942" y="2365950"/>
            <a:ext cx="33504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" name="Google Shape;42;p5"/>
          <p:cNvSpPr/>
          <p:nvPr/>
        </p:nvSpPr>
        <p:spPr>
          <a:xfrm rot="425134">
            <a:off x="678648" y="-938956"/>
            <a:ext cx="9144143" cy="1533957"/>
          </a:xfrm>
          <a:custGeom>
            <a:rect b="b" l="l" r="r" t="t"/>
            <a:pathLst>
              <a:path extrusionOk="0" h="47304" w="281986">
                <a:moveTo>
                  <a:pt x="139742" y="0"/>
                </a:moveTo>
                <a:cubicBezTo>
                  <a:pt x="128653" y="0"/>
                  <a:pt x="122859" y="6646"/>
                  <a:pt x="117240" y="13075"/>
                </a:cubicBezTo>
                <a:cubicBezTo>
                  <a:pt x="111499" y="19628"/>
                  <a:pt x="105569" y="26413"/>
                  <a:pt x="94000" y="26413"/>
                </a:cubicBezTo>
                <a:cubicBezTo>
                  <a:pt x="82199" y="26413"/>
                  <a:pt x="76198" y="31676"/>
                  <a:pt x="70399" y="36750"/>
                </a:cubicBezTo>
                <a:cubicBezTo>
                  <a:pt x="64644" y="41809"/>
                  <a:pt x="58700" y="47028"/>
                  <a:pt x="47000" y="47028"/>
                </a:cubicBezTo>
                <a:cubicBezTo>
                  <a:pt x="35302" y="47028"/>
                  <a:pt x="29343" y="41809"/>
                  <a:pt x="23588" y="36750"/>
                </a:cubicBezTo>
                <a:cubicBezTo>
                  <a:pt x="17789" y="31676"/>
                  <a:pt x="11801" y="26413"/>
                  <a:pt x="0" y="26413"/>
                </a:cubicBezTo>
                <a:lnTo>
                  <a:pt x="0" y="26703"/>
                </a:lnTo>
                <a:cubicBezTo>
                  <a:pt x="11700" y="26703"/>
                  <a:pt x="17644" y="31922"/>
                  <a:pt x="23399" y="36967"/>
                </a:cubicBezTo>
                <a:cubicBezTo>
                  <a:pt x="29198" y="42056"/>
                  <a:pt x="35199" y="47304"/>
                  <a:pt x="47000" y="47304"/>
                </a:cubicBezTo>
                <a:cubicBezTo>
                  <a:pt x="58801" y="47304"/>
                  <a:pt x="64789" y="42056"/>
                  <a:pt x="70588" y="36967"/>
                </a:cubicBezTo>
                <a:cubicBezTo>
                  <a:pt x="76342" y="31922"/>
                  <a:pt x="82301" y="26703"/>
                  <a:pt x="94000" y="26703"/>
                </a:cubicBezTo>
                <a:cubicBezTo>
                  <a:pt x="105700" y="26703"/>
                  <a:pt x="111673" y="19860"/>
                  <a:pt x="117456" y="13249"/>
                </a:cubicBezTo>
                <a:cubicBezTo>
                  <a:pt x="123281" y="6588"/>
                  <a:pt x="128795" y="276"/>
                  <a:pt x="139715" y="276"/>
                </a:cubicBezTo>
                <a:cubicBezTo>
                  <a:pt x="140131" y="276"/>
                  <a:pt x="140554" y="285"/>
                  <a:pt x="140986" y="304"/>
                </a:cubicBezTo>
                <a:cubicBezTo>
                  <a:pt x="152337" y="797"/>
                  <a:pt x="158122" y="9799"/>
                  <a:pt x="164240" y="19309"/>
                </a:cubicBezTo>
                <a:cubicBezTo>
                  <a:pt x="170168" y="28544"/>
                  <a:pt x="176315" y="38084"/>
                  <a:pt x="187971" y="39460"/>
                </a:cubicBezTo>
                <a:cubicBezTo>
                  <a:pt x="189576" y="39649"/>
                  <a:pt x="191074" y="39736"/>
                  <a:pt x="192480" y="39736"/>
                </a:cubicBezTo>
                <a:cubicBezTo>
                  <a:pt x="201143" y="39736"/>
                  <a:pt x="206325" y="36417"/>
                  <a:pt x="211775" y="32937"/>
                </a:cubicBezTo>
                <a:cubicBezTo>
                  <a:pt x="217676" y="29153"/>
                  <a:pt x="223794" y="25239"/>
                  <a:pt x="235000" y="24746"/>
                </a:cubicBezTo>
                <a:cubicBezTo>
                  <a:pt x="246829" y="24224"/>
                  <a:pt x="252773" y="18657"/>
                  <a:pt x="258529" y="13278"/>
                </a:cubicBezTo>
                <a:cubicBezTo>
                  <a:pt x="264531" y="7669"/>
                  <a:pt x="270185" y="2377"/>
                  <a:pt x="281986" y="2377"/>
                </a:cubicBezTo>
                <a:lnTo>
                  <a:pt x="281986" y="2087"/>
                </a:lnTo>
                <a:cubicBezTo>
                  <a:pt x="270083" y="2087"/>
                  <a:pt x="264110" y="7669"/>
                  <a:pt x="258340" y="13075"/>
                </a:cubicBezTo>
                <a:cubicBezTo>
                  <a:pt x="252628" y="18425"/>
                  <a:pt x="246713" y="23948"/>
                  <a:pt x="234986" y="24470"/>
                </a:cubicBezTo>
                <a:cubicBezTo>
                  <a:pt x="223707" y="24949"/>
                  <a:pt x="217560" y="28892"/>
                  <a:pt x="211616" y="32691"/>
                </a:cubicBezTo>
                <a:cubicBezTo>
                  <a:pt x="206208" y="36155"/>
                  <a:pt x="201067" y="39448"/>
                  <a:pt x="192503" y="39448"/>
                </a:cubicBezTo>
                <a:cubicBezTo>
                  <a:pt x="191104" y="39448"/>
                  <a:pt x="189613" y="39360"/>
                  <a:pt x="188015" y="39170"/>
                </a:cubicBezTo>
                <a:cubicBezTo>
                  <a:pt x="176475" y="37823"/>
                  <a:pt x="170371" y="28326"/>
                  <a:pt x="164471" y="19164"/>
                </a:cubicBezTo>
                <a:cubicBezTo>
                  <a:pt x="158310" y="9582"/>
                  <a:pt x="152497" y="521"/>
                  <a:pt x="141000" y="28"/>
                </a:cubicBezTo>
                <a:cubicBezTo>
                  <a:pt x="140573" y="9"/>
                  <a:pt x="140154" y="0"/>
                  <a:pt x="13974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6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1" y="-6858"/>
            <a:ext cx="9143998" cy="5157216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" name="Google Shape;46;p6"/>
          <p:cNvSpPr/>
          <p:nvPr/>
        </p:nvSpPr>
        <p:spPr>
          <a:xfrm>
            <a:off x="-1779475" y="-826875"/>
            <a:ext cx="9144101" cy="2377428"/>
          </a:xfrm>
          <a:custGeom>
            <a:rect b="b" l="l" r="r" t="t"/>
            <a:pathLst>
              <a:path extrusionOk="0" h="73270" w="281986">
                <a:moveTo>
                  <a:pt x="187986" y="1"/>
                </a:moveTo>
                <a:cubicBezTo>
                  <a:pt x="175851" y="1"/>
                  <a:pt x="169617" y="9932"/>
                  <a:pt x="163602" y="19529"/>
                </a:cubicBezTo>
                <a:cubicBezTo>
                  <a:pt x="157875" y="28647"/>
                  <a:pt x="151960" y="38086"/>
                  <a:pt x="140971" y="39288"/>
                </a:cubicBezTo>
                <a:cubicBezTo>
                  <a:pt x="139120" y="39493"/>
                  <a:pt x="137397" y="39586"/>
                  <a:pt x="135781" y="39586"/>
                </a:cubicBezTo>
                <a:cubicBezTo>
                  <a:pt x="126973" y="39586"/>
                  <a:pt x="121388" y="36806"/>
                  <a:pt x="115949" y="34098"/>
                </a:cubicBezTo>
                <a:cubicBezTo>
                  <a:pt x="110806" y="31527"/>
                  <a:pt x="105905" y="29087"/>
                  <a:pt x="98650" y="29087"/>
                </a:cubicBezTo>
                <a:cubicBezTo>
                  <a:pt x="97192" y="29087"/>
                  <a:pt x="95640" y="29185"/>
                  <a:pt x="93971" y="29401"/>
                </a:cubicBezTo>
                <a:cubicBezTo>
                  <a:pt x="81461" y="31025"/>
                  <a:pt x="74560" y="41362"/>
                  <a:pt x="67876" y="51365"/>
                </a:cubicBezTo>
                <a:cubicBezTo>
                  <a:pt x="61903" y="60295"/>
                  <a:pt x="56249" y="68732"/>
                  <a:pt x="46957" y="71414"/>
                </a:cubicBezTo>
                <a:cubicBezTo>
                  <a:pt x="43103" y="72530"/>
                  <a:pt x="39654" y="72985"/>
                  <a:pt x="36493" y="72985"/>
                </a:cubicBezTo>
                <a:cubicBezTo>
                  <a:pt x="29390" y="72985"/>
                  <a:pt x="23741" y="70690"/>
                  <a:pt x="18224" y="68443"/>
                </a:cubicBezTo>
                <a:cubicBezTo>
                  <a:pt x="12715" y="66210"/>
                  <a:pt x="7032" y="63890"/>
                  <a:pt x="0" y="63890"/>
                </a:cubicBezTo>
                <a:lnTo>
                  <a:pt x="0" y="64180"/>
                </a:lnTo>
                <a:cubicBezTo>
                  <a:pt x="6974" y="64180"/>
                  <a:pt x="12642" y="66485"/>
                  <a:pt x="18122" y="68703"/>
                </a:cubicBezTo>
                <a:cubicBezTo>
                  <a:pt x="23675" y="70965"/>
                  <a:pt x="29358" y="73269"/>
                  <a:pt x="36504" y="73269"/>
                </a:cubicBezTo>
                <a:cubicBezTo>
                  <a:pt x="39680" y="73269"/>
                  <a:pt x="43159" y="72806"/>
                  <a:pt x="47029" y="71690"/>
                </a:cubicBezTo>
                <a:cubicBezTo>
                  <a:pt x="56438" y="68978"/>
                  <a:pt x="62106" y="60498"/>
                  <a:pt x="68108" y="51510"/>
                </a:cubicBezTo>
                <a:cubicBezTo>
                  <a:pt x="74748" y="41579"/>
                  <a:pt x="81635" y="31301"/>
                  <a:pt x="94015" y="29691"/>
                </a:cubicBezTo>
                <a:cubicBezTo>
                  <a:pt x="95674" y="29474"/>
                  <a:pt x="97217" y="29376"/>
                  <a:pt x="98667" y="29376"/>
                </a:cubicBezTo>
                <a:cubicBezTo>
                  <a:pt x="105845" y="29376"/>
                  <a:pt x="110716" y="31800"/>
                  <a:pt x="115819" y="34345"/>
                </a:cubicBezTo>
                <a:cubicBezTo>
                  <a:pt x="121289" y="37068"/>
                  <a:pt x="126926" y="39874"/>
                  <a:pt x="135810" y="39874"/>
                </a:cubicBezTo>
                <a:cubicBezTo>
                  <a:pt x="137426" y="39874"/>
                  <a:pt x="139150" y="39781"/>
                  <a:pt x="141000" y="39578"/>
                </a:cubicBezTo>
                <a:cubicBezTo>
                  <a:pt x="152120" y="38346"/>
                  <a:pt x="158078" y="28850"/>
                  <a:pt x="163834" y="19674"/>
                </a:cubicBezTo>
                <a:cubicBezTo>
                  <a:pt x="170096" y="9700"/>
                  <a:pt x="176011" y="277"/>
                  <a:pt x="187986" y="277"/>
                </a:cubicBezTo>
                <a:cubicBezTo>
                  <a:pt x="200077" y="277"/>
                  <a:pt x="205918" y="7887"/>
                  <a:pt x="212094" y="15934"/>
                </a:cubicBezTo>
                <a:cubicBezTo>
                  <a:pt x="217806" y="23370"/>
                  <a:pt x="223707" y="31054"/>
                  <a:pt x="234971" y="32809"/>
                </a:cubicBezTo>
                <a:cubicBezTo>
                  <a:pt x="237288" y="33168"/>
                  <a:pt x="239388" y="33326"/>
                  <a:pt x="241322" y="33326"/>
                </a:cubicBezTo>
                <a:cubicBezTo>
                  <a:pt x="248362" y="33326"/>
                  <a:pt x="253189" y="31223"/>
                  <a:pt x="258239" y="29039"/>
                </a:cubicBezTo>
                <a:cubicBezTo>
                  <a:pt x="264110" y="26488"/>
                  <a:pt x="270765" y="23588"/>
                  <a:pt x="281986" y="23588"/>
                </a:cubicBezTo>
                <a:lnTo>
                  <a:pt x="281986" y="23312"/>
                </a:lnTo>
                <a:cubicBezTo>
                  <a:pt x="270707" y="23312"/>
                  <a:pt x="264023" y="26212"/>
                  <a:pt x="258123" y="28778"/>
                </a:cubicBezTo>
                <a:cubicBezTo>
                  <a:pt x="252935" y="31034"/>
                  <a:pt x="248290" y="33053"/>
                  <a:pt x="241459" y="33053"/>
                </a:cubicBezTo>
                <a:cubicBezTo>
                  <a:pt x="239510" y="33053"/>
                  <a:pt x="237383" y="32889"/>
                  <a:pt x="235015" y="32519"/>
                </a:cubicBezTo>
                <a:cubicBezTo>
                  <a:pt x="223852" y="30793"/>
                  <a:pt x="217995" y="23153"/>
                  <a:pt x="212312" y="15774"/>
                </a:cubicBezTo>
                <a:cubicBezTo>
                  <a:pt x="206092" y="7655"/>
                  <a:pt x="200206" y="1"/>
                  <a:pt x="18798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3720" y="0"/>
            <a:ext cx="913656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/>
          <p:nvPr>
            <p:ph type="title"/>
          </p:nvPr>
        </p:nvSpPr>
        <p:spPr>
          <a:xfrm>
            <a:off x="713225" y="1365525"/>
            <a:ext cx="3232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subTitle"/>
          </p:nvPr>
        </p:nvSpPr>
        <p:spPr>
          <a:xfrm>
            <a:off x="713225" y="2005250"/>
            <a:ext cx="3232800" cy="17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51" name="Google Shape;51;p7"/>
          <p:cNvSpPr/>
          <p:nvPr>
            <p:ph idx="2" type="pic"/>
          </p:nvPr>
        </p:nvSpPr>
        <p:spPr>
          <a:xfrm>
            <a:off x="5273125" y="1093375"/>
            <a:ext cx="3157800" cy="2956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7"/>
          <p:cNvSpPr/>
          <p:nvPr/>
        </p:nvSpPr>
        <p:spPr>
          <a:xfrm flipH="1" rot="-365325">
            <a:off x="-47690" y="4153624"/>
            <a:ext cx="9544079" cy="1601048"/>
          </a:xfrm>
          <a:custGeom>
            <a:rect b="b" l="l" r="r" t="t"/>
            <a:pathLst>
              <a:path extrusionOk="0" h="47304" w="281986">
                <a:moveTo>
                  <a:pt x="139742" y="0"/>
                </a:moveTo>
                <a:cubicBezTo>
                  <a:pt x="128653" y="0"/>
                  <a:pt x="122859" y="6646"/>
                  <a:pt x="117240" y="13075"/>
                </a:cubicBezTo>
                <a:cubicBezTo>
                  <a:pt x="111499" y="19628"/>
                  <a:pt x="105569" y="26413"/>
                  <a:pt x="94000" y="26413"/>
                </a:cubicBezTo>
                <a:cubicBezTo>
                  <a:pt x="82199" y="26413"/>
                  <a:pt x="76198" y="31676"/>
                  <a:pt x="70399" y="36750"/>
                </a:cubicBezTo>
                <a:cubicBezTo>
                  <a:pt x="64644" y="41809"/>
                  <a:pt x="58700" y="47028"/>
                  <a:pt x="47000" y="47028"/>
                </a:cubicBezTo>
                <a:cubicBezTo>
                  <a:pt x="35302" y="47028"/>
                  <a:pt x="29343" y="41809"/>
                  <a:pt x="23588" y="36750"/>
                </a:cubicBezTo>
                <a:cubicBezTo>
                  <a:pt x="17789" y="31676"/>
                  <a:pt x="11801" y="26413"/>
                  <a:pt x="0" y="26413"/>
                </a:cubicBezTo>
                <a:lnTo>
                  <a:pt x="0" y="26703"/>
                </a:lnTo>
                <a:cubicBezTo>
                  <a:pt x="11700" y="26703"/>
                  <a:pt x="17644" y="31922"/>
                  <a:pt x="23399" y="36967"/>
                </a:cubicBezTo>
                <a:cubicBezTo>
                  <a:pt x="29198" y="42056"/>
                  <a:pt x="35199" y="47304"/>
                  <a:pt x="47000" y="47304"/>
                </a:cubicBezTo>
                <a:cubicBezTo>
                  <a:pt x="58801" y="47304"/>
                  <a:pt x="64789" y="42056"/>
                  <a:pt x="70588" y="36967"/>
                </a:cubicBezTo>
                <a:cubicBezTo>
                  <a:pt x="76342" y="31922"/>
                  <a:pt x="82301" y="26703"/>
                  <a:pt x="94000" y="26703"/>
                </a:cubicBezTo>
                <a:cubicBezTo>
                  <a:pt x="105700" y="26703"/>
                  <a:pt x="111673" y="19860"/>
                  <a:pt x="117456" y="13249"/>
                </a:cubicBezTo>
                <a:cubicBezTo>
                  <a:pt x="123281" y="6588"/>
                  <a:pt x="128795" y="276"/>
                  <a:pt x="139715" y="276"/>
                </a:cubicBezTo>
                <a:cubicBezTo>
                  <a:pt x="140131" y="276"/>
                  <a:pt x="140554" y="285"/>
                  <a:pt x="140986" y="304"/>
                </a:cubicBezTo>
                <a:cubicBezTo>
                  <a:pt x="152337" y="797"/>
                  <a:pt x="158122" y="9799"/>
                  <a:pt x="164240" y="19309"/>
                </a:cubicBezTo>
                <a:cubicBezTo>
                  <a:pt x="170168" y="28544"/>
                  <a:pt x="176315" y="38084"/>
                  <a:pt x="187971" y="39460"/>
                </a:cubicBezTo>
                <a:cubicBezTo>
                  <a:pt x="189576" y="39649"/>
                  <a:pt x="191074" y="39736"/>
                  <a:pt x="192480" y="39736"/>
                </a:cubicBezTo>
                <a:cubicBezTo>
                  <a:pt x="201143" y="39736"/>
                  <a:pt x="206325" y="36417"/>
                  <a:pt x="211775" y="32937"/>
                </a:cubicBezTo>
                <a:cubicBezTo>
                  <a:pt x="217676" y="29153"/>
                  <a:pt x="223794" y="25239"/>
                  <a:pt x="235000" y="24746"/>
                </a:cubicBezTo>
                <a:cubicBezTo>
                  <a:pt x="246829" y="24224"/>
                  <a:pt x="252773" y="18657"/>
                  <a:pt x="258529" y="13278"/>
                </a:cubicBezTo>
                <a:cubicBezTo>
                  <a:pt x="264531" y="7669"/>
                  <a:pt x="270185" y="2377"/>
                  <a:pt x="281986" y="2377"/>
                </a:cubicBezTo>
                <a:lnTo>
                  <a:pt x="281986" y="2087"/>
                </a:lnTo>
                <a:cubicBezTo>
                  <a:pt x="270083" y="2087"/>
                  <a:pt x="264110" y="7669"/>
                  <a:pt x="258340" y="13075"/>
                </a:cubicBezTo>
                <a:cubicBezTo>
                  <a:pt x="252628" y="18425"/>
                  <a:pt x="246713" y="23948"/>
                  <a:pt x="234986" y="24470"/>
                </a:cubicBezTo>
                <a:cubicBezTo>
                  <a:pt x="223707" y="24949"/>
                  <a:pt x="217560" y="28892"/>
                  <a:pt x="211616" y="32691"/>
                </a:cubicBezTo>
                <a:cubicBezTo>
                  <a:pt x="206208" y="36155"/>
                  <a:pt x="201067" y="39448"/>
                  <a:pt x="192503" y="39448"/>
                </a:cubicBezTo>
                <a:cubicBezTo>
                  <a:pt x="191104" y="39448"/>
                  <a:pt x="189613" y="39360"/>
                  <a:pt x="188015" y="39170"/>
                </a:cubicBezTo>
                <a:cubicBezTo>
                  <a:pt x="176475" y="37823"/>
                  <a:pt x="170371" y="28326"/>
                  <a:pt x="164471" y="19164"/>
                </a:cubicBezTo>
                <a:cubicBezTo>
                  <a:pt x="158310" y="9582"/>
                  <a:pt x="152497" y="521"/>
                  <a:pt x="141000" y="28"/>
                </a:cubicBezTo>
                <a:cubicBezTo>
                  <a:pt x="140573" y="9"/>
                  <a:pt x="140154" y="0"/>
                  <a:pt x="1397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8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1" y="-6858"/>
            <a:ext cx="9143998" cy="515721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56" name="Google Shape;56;p8"/>
          <p:cNvGrpSpPr/>
          <p:nvPr/>
        </p:nvGrpSpPr>
        <p:grpSpPr>
          <a:xfrm>
            <a:off x="8529511" y="3752003"/>
            <a:ext cx="498296" cy="1259034"/>
            <a:chOff x="137488" y="-9872"/>
            <a:chExt cx="498296" cy="1259034"/>
          </a:xfrm>
        </p:grpSpPr>
        <p:sp>
          <p:nvSpPr>
            <p:cNvPr id="57" name="Google Shape;57;p8"/>
            <p:cNvSpPr/>
            <p:nvPr/>
          </p:nvSpPr>
          <p:spPr>
            <a:xfrm flipH="1" rot="10800000">
              <a:off x="144103" y="226685"/>
              <a:ext cx="176954" cy="797994"/>
            </a:xfrm>
            <a:custGeom>
              <a:rect b="b" l="l" r="r" t="t"/>
              <a:pathLst>
                <a:path extrusionOk="0" h="12424" w="2755">
                  <a:moveTo>
                    <a:pt x="0" y="0"/>
                  </a:moveTo>
                  <a:lnTo>
                    <a:pt x="0" y="12424"/>
                  </a:lnTo>
                  <a:lnTo>
                    <a:pt x="2754" y="1242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flipH="1" rot="10800000">
              <a:off x="137488" y="220134"/>
              <a:ext cx="189157" cy="811096"/>
            </a:xfrm>
            <a:custGeom>
              <a:rect b="b" l="l" r="r" t="t"/>
              <a:pathLst>
                <a:path extrusionOk="0" h="12628" w="2945">
                  <a:moveTo>
                    <a:pt x="2755" y="189"/>
                  </a:moveTo>
                  <a:lnTo>
                    <a:pt x="2755" y="12439"/>
                  </a:lnTo>
                  <a:lnTo>
                    <a:pt x="190" y="12439"/>
                  </a:lnTo>
                  <a:lnTo>
                    <a:pt x="190" y="189"/>
                  </a:lnTo>
                  <a:close/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12526"/>
                  </a:lnTo>
                  <a:cubicBezTo>
                    <a:pt x="1" y="12584"/>
                    <a:pt x="45" y="12628"/>
                    <a:pt x="103" y="12628"/>
                  </a:cubicBezTo>
                  <a:lnTo>
                    <a:pt x="2857" y="12628"/>
                  </a:lnTo>
                  <a:cubicBezTo>
                    <a:pt x="2900" y="12628"/>
                    <a:pt x="2944" y="12584"/>
                    <a:pt x="2944" y="12526"/>
                  </a:cubicBezTo>
                  <a:lnTo>
                    <a:pt x="2944" y="102"/>
                  </a:lnTo>
                  <a:cubicBezTo>
                    <a:pt x="2944" y="44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 flipH="1" rot="10800000">
              <a:off x="225996" y="3167"/>
              <a:ext cx="12139" cy="229173"/>
            </a:xfrm>
            <a:custGeom>
              <a:rect b="b" l="l" r="r" t="t"/>
              <a:pathLst>
                <a:path extrusionOk="0" h="3568" w="189">
                  <a:moveTo>
                    <a:pt x="102" y="1"/>
                  </a:moveTo>
                  <a:cubicBezTo>
                    <a:pt x="44" y="1"/>
                    <a:pt x="1" y="45"/>
                    <a:pt x="1" y="88"/>
                  </a:cubicBezTo>
                  <a:lnTo>
                    <a:pt x="1" y="3480"/>
                  </a:lnTo>
                  <a:cubicBezTo>
                    <a:pt x="1" y="3538"/>
                    <a:pt x="44" y="3567"/>
                    <a:pt x="102" y="3567"/>
                  </a:cubicBezTo>
                  <a:cubicBezTo>
                    <a:pt x="146" y="3567"/>
                    <a:pt x="189" y="3538"/>
                    <a:pt x="189" y="3480"/>
                  </a:cubicBezTo>
                  <a:lnTo>
                    <a:pt x="189" y="88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 flipH="1" rot="10800000">
              <a:off x="225996" y="1019026"/>
              <a:ext cx="12139" cy="230136"/>
            </a:xfrm>
            <a:custGeom>
              <a:rect b="b" l="l" r="r" t="t"/>
              <a:pathLst>
                <a:path extrusionOk="0" h="3583" w="189"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4" y="3582"/>
                    <a:pt x="102" y="3582"/>
                  </a:cubicBezTo>
                  <a:cubicBezTo>
                    <a:pt x="146" y="3582"/>
                    <a:pt x="189" y="3538"/>
                    <a:pt x="189" y="3495"/>
                  </a:cubicBezTo>
                  <a:lnTo>
                    <a:pt x="189" y="103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 flipH="1" rot="10800000">
              <a:off x="452278" y="213648"/>
              <a:ext cx="176954" cy="207656"/>
            </a:xfrm>
            <a:custGeom>
              <a:rect b="b" l="l" r="r" t="t"/>
              <a:pathLst>
                <a:path extrusionOk="0" h="3233" w="2755">
                  <a:moveTo>
                    <a:pt x="0" y="0"/>
                  </a:moveTo>
                  <a:lnTo>
                    <a:pt x="0" y="3233"/>
                  </a:lnTo>
                  <a:lnTo>
                    <a:pt x="2754" y="3233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flipH="1" rot="10800000">
              <a:off x="534171" y="-9872"/>
              <a:ext cx="12204" cy="230072"/>
            </a:xfrm>
            <a:custGeom>
              <a:rect b="b" l="l" r="r" t="t"/>
              <a:pathLst>
                <a:path extrusionOk="0" h="3582" w="190">
                  <a:moveTo>
                    <a:pt x="103" y="1"/>
                  </a:moveTo>
                  <a:cubicBezTo>
                    <a:pt x="45" y="1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103" y="3581"/>
                  </a:cubicBezTo>
                  <a:cubicBezTo>
                    <a:pt x="161" y="3581"/>
                    <a:pt x="190" y="3538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1"/>
                    <a:pt x="1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8"/>
            <p:cNvSpPr/>
            <p:nvPr/>
          </p:nvSpPr>
          <p:spPr>
            <a:xfrm flipH="1" rot="10800000">
              <a:off x="534171" y="415651"/>
              <a:ext cx="12204" cy="230072"/>
            </a:xfrm>
            <a:custGeom>
              <a:rect b="b" l="l" r="r" t="t"/>
              <a:pathLst>
                <a:path extrusionOk="0" h="3582" w="190"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7"/>
                    <a:pt x="45" y="3581"/>
                    <a:pt x="103" y="3581"/>
                  </a:cubicBezTo>
                  <a:cubicBezTo>
                    <a:pt x="161" y="3581"/>
                    <a:pt x="190" y="3537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0"/>
                    <a:pt x="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 flipH="1" rot="10800000">
              <a:off x="445791" y="208060"/>
              <a:ext cx="189992" cy="219795"/>
            </a:xfrm>
            <a:custGeom>
              <a:rect b="b" l="l" r="r" t="t"/>
              <a:pathLst>
                <a:path extrusionOk="0" h="3422" w="2958">
                  <a:moveTo>
                    <a:pt x="2768" y="189"/>
                  </a:moveTo>
                  <a:lnTo>
                    <a:pt x="2768" y="3234"/>
                  </a:lnTo>
                  <a:lnTo>
                    <a:pt x="188" y="3234"/>
                  </a:lnTo>
                  <a:lnTo>
                    <a:pt x="188" y="189"/>
                  </a:lnTo>
                  <a:close/>
                  <a:moveTo>
                    <a:pt x="101" y="0"/>
                  </a:moveTo>
                  <a:cubicBezTo>
                    <a:pt x="43" y="0"/>
                    <a:pt x="0" y="44"/>
                    <a:pt x="0" y="102"/>
                  </a:cubicBezTo>
                  <a:lnTo>
                    <a:pt x="0" y="3335"/>
                  </a:lnTo>
                  <a:cubicBezTo>
                    <a:pt x="0" y="3379"/>
                    <a:pt x="43" y="3422"/>
                    <a:pt x="101" y="3422"/>
                  </a:cubicBezTo>
                  <a:lnTo>
                    <a:pt x="2855" y="3422"/>
                  </a:lnTo>
                  <a:cubicBezTo>
                    <a:pt x="2913" y="3422"/>
                    <a:pt x="2958" y="3379"/>
                    <a:pt x="2958" y="3335"/>
                  </a:cubicBezTo>
                  <a:lnTo>
                    <a:pt x="2958" y="102"/>
                  </a:lnTo>
                  <a:cubicBezTo>
                    <a:pt x="2958" y="44"/>
                    <a:pt x="2913" y="0"/>
                    <a:pt x="28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3720" y="0"/>
            <a:ext cx="913656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9" name="Google Shape;69;p9"/>
          <p:cNvSpPr/>
          <p:nvPr/>
        </p:nvSpPr>
        <p:spPr>
          <a:xfrm flipH="1" rot="745779">
            <a:off x="-5511786" y="3575123"/>
            <a:ext cx="9544045" cy="1601042"/>
          </a:xfrm>
          <a:custGeom>
            <a:rect b="b" l="l" r="r" t="t"/>
            <a:pathLst>
              <a:path extrusionOk="0" h="47304" w="281986">
                <a:moveTo>
                  <a:pt x="139742" y="0"/>
                </a:moveTo>
                <a:cubicBezTo>
                  <a:pt x="128653" y="0"/>
                  <a:pt x="122859" y="6646"/>
                  <a:pt x="117240" y="13075"/>
                </a:cubicBezTo>
                <a:cubicBezTo>
                  <a:pt x="111499" y="19628"/>
                  <a:pt x="105569" y="26413"/>
                  <a:pt x="94000" y="26413"/>
                </a:cubicBezTo>
                <a:cubicBezTo>
                  <a:pt x="82199" y="26413"/>
                  <a:pt x="76198" y="31676"/>
                  <a:pt x="70399" y="36750"/>
                </a:cubicBezTo>
                <a:cubicBezTo>
                  <a:pt x="64644" y="41809"/>
                  <a:pt x="58700" y="47028"/>
                  <a:pt x="47000" y="47028"/>
                </a:cubicBezTo>
                <a:cubicBezTo>
                  <a:pt x="35302" y="47028"/>
                  <a:pt x="29343" y="41809"/>
                  <a:pt x="23588" y="36750"/>
                </a:cubicBezTo>
                <a:cubicBezTo>
                  <a:pt x="17789" y="31676"/>
                  <a:pt x="11801" y="26413"/>
                  <a:pt x="0" y="26413"/>
                </a:cubicBezTo>
                <a:lnTo>
                  <a:pt x="0" y="26703"/>
                </a:lnTo>
                <a:cubicBezTo>
                  <a:pt x="11700" y="26703"/>
                  <a:pt x="17644" y="31922"/>
                  <a:pt x="23399" y="36967"/>
                </a:cubicBezTo>
                <a:cubicBezTo>
                  <a:pt x="29198" y="42056"/>
                  <a:pt x="35199" y="47304"/>
                  <a:pt x="47000" y="47304"/>
                </a:cubicBezTo>
                <a:cubicBezTo>
                  <a:pt x="58801" y="47304"/>
                  <a:pt x="64789" y="42056"/>
                  <a:pt x="70588" y="36967"/>
                </a:cubicBezTo>
                <a:cubicBezTo>
                  <a:pt x="76342" y="31922"/>
                  <a:pt x="82301" y="26703"/>
                  <a:pt x="94000" y="26703"/>
                </a:cubicBezTo>
                <a:cubicBezTo>
                  <a:pt x="105700" y="26703"/>
                  <a:pt x="111673" y="19860"/>
                  <a:pt x="117456" y="13249"/>
                </a:cubicBezTo>
                <a:cubicBezTo>
                  <a:pt x="123281" y="6588"/>
                  <a:pt x="128795" y="276"/>
                  <a:pt x="139715" y="276"/>
                </a:cubicBezTo>
                <a:cubicBezTo>
                  <a:pt x="140131" y="276"/>
                  <a:pt x="140554" y="285"/>
                  <a:pt x="140986" y="304"/>
                </a:cubicBezTo>
                <a:cubicBezTo>
                  <a:pt x="152337" y="797"/>
                  <a:pt x="158122" y="9799"/>
                  <a:pt x="164240" y="19309"/>
                </a:cubicBezTo>
                <a:cubicBezTo>
                  <a:pt x="170168" y="28544"/>
                  <a:pt x="176315" y="38084"/>
                  <a:pt x="187971" y="39460"/>
                </a:cubicBezTo>
                <a:cubicBezTo>
                  <a:pt x="189576" y="39649"/>
                  <a:pt x="191074" y="39736"/>
                  <a:pt x="192480" y="39736"/>
                </a:cubicBezTo>
                <a:cubicBezTo>
                  <a:pt x="201143" y="39736"/>
                  <a:pt x="206325" y="36417"/>
                  <a:pt x="211775" y="32937"/>
                </a:cubicBezTo>
                <a:cubicBezTo>
                  <a:pt x="217676" y="29153"/>
                  <a:pt x="223794" y="25239"/>
                  <a:pt x="235000" y="24746"/>
                </a:cubicBezTo>
                <a:cubicBezTo>
                  <a:pt x="246829" y="24224"/>
                  <a:pt x="252773" y="18657"/>
                  <a:pt x="258529" y="13278"/>
                </a:cubicBezTo>
                <a:cubicBezTo>
                  <a:pt x="264531" y="7669"/>
                  <a:pt x="270185" y="2377"/>
                  <a:pt x="281986" y="2377"/>
                </a:cubicBezTo>
                <a:lnTo>
                  <a:pt x="281986" y="2087"/>
                </a:lnTo>
                <a:cubicBezTo>
                  <a:pt x="270083" y="2087"/>
                  <a:pt x="264110" y="7669"/>
                  <a:pt x="258340" y="13075"/>
                </a:cubicBezTo>
                <a:cubicBezTo>
                  <a:pt x="252628" y="18425"/>
                  <a:pt x="246713" y="23948"/>
                  <a:pt x="234986" y="24470"/>
                </a:cubicBezTo>
                <a:cubicBezTo>
                  <a:pt x="223707" y="24949"/>
                  <a:pt x="217560" y="28892"/>
                  <a:pt x="211616" y="32691"/>
                </a:cubicBezTo>
                <a:cubicBezTo>
                  <a:pt x="206208" y="36155"/>
                  <a:pt x="201067" y="39448"/>
                  <a:pt x="192503" y="39448"/>
                </a:cubicBezTo>
                <a:cubicBezTo>
                  <a:pt x="191104" y="39448"/>
                  <a:pt x="189613" y="39360"/>
                  <a:pt x="188015" y="39170"/>
                </a:cubicBezTo>
                <a:cubicBezTo>
                  <a:pt x="176475" y="37823"/>
                  <a:pt x="170371" y="28326"/>
                  <a:pt x="164471" y="19164"/>
                </a:cubicBezTo>
                <a:cubicBezTo>
                  <a:pt x="158310" y="9582"/>
                  <a:pt x="152497" y="521"/>
                  <a:pt x="141000" y="28"/>
                </a:cubicBezTo>
                <a:cubicBezTo>
                  <a:pt x="140573" y="9"/>
                  <a:pt x="140154" y="0"/>
                  <a:pt x="1397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/>
          <p:nvPr>
            <p:ph idx="2" type="pic"/>
          </p:nvPr>
        </p:nvSpPr>
        <p:spPr>
          <a:xfrm>
            <a:off x="-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1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3720" y="0"/>
            <a:ext cx="913656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1"/>
          <p:cNvSpPr txBox="1"/>
          <p:nvPr>
            <p:ph hasCustomPrompt="1" type="title"/>
          </p:nvPr>
        </p:nvSpPr>
        <p:spPr>
          <a:xfrm>
            <a:off x="1854775" y="2908698"/>
            <a:ext cx="65760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6" name="Google Shape;76;p11"/>
          <p:cNvSpPr txBox="1"/>
          <p:nvPr>
            <p:ph idx="1" type="subTitle"/>
          </p:nvPr>
        </p:nvSpPr>
        <p:spPr>
          <a:xfrm>
            <a:off x="1854775" y="410690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3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" y="-6858"/>
            <a:ext cx="9143998" cy="51572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2" type="title"/>
          </p:nvPr>
        </p:nvSpPr>
        <p:spPr>
          <a:xfrm>
            <a:off x="720000" y="1342625"/>
            <a:ext cx="1199700" cy="392700"/>
          </a:xfrm>
          <a:prstGeom prst="rect">
            <a:avLst/>
          </a:prstGeom>
          <a:solidFill>
            <a:srgbClr val="00FF00">
              <a:alpha val="4367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idx="1" type="subTitle"/>
          </p:nvPr>
        </p:nvSpPr>
        <p:spPr>
          <a:xfrm>
            <a:off x="2056100" y="1342625"/>
            <a:ext cx="3211800" cy="39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3" type="title"/>
          </p:nvPr>
        </p:nvSpPr>
        <p:spPr>
          <a:xfrm>
            <a:off x="720000" y="4211300"/>
            <a:ext cx="1199700" cy="392700"/>
          </a:xfrm>
          <a:prstGeom prst="rect">
            <a:avLst/>
          </a:prstGeom>
          <a:solidFill>
            <a:srgbClr val="89FFFF">
              <a:alpha val="443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idx="4" type="subTitle"/>
          </p:nvPr>
        </p:nvSpPr>
        <p:spPr>
          <a:xfrm>
            <a:off x="2056100" y="4211300"/>
            <a:ext cx="3211800" cy="39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hasCustomPrompt="1" idx="5" type="title"/>
          </p:nvPr>
        </p:nvSpPr>
        <p:spPr>
          <a:xfrm>
            <a:off x="720000" y="3637565"/>
            <a:ext cx="1199700" cy="392700"/>
          </a:xfrm>
          <a:prstGeom prst="rect">
            <a:avLst/>
          </a:prstGeom>
          <a:solidFill>
            <a:srgbClr val="00FF00">
              <a:alpha val="4367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idx="6" type="subTitle"/>
          </p:nvPr>
        </p:nvSpPr>
        <p:spPr>
          <a:xfrm>
            <a:off x="2056100" y="3637565"/>
            <a:ext cx="3211800" cy="39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hasCustomPrompt="1" idx="7" type="title"/>
          </p:nvPr>
        </p:nvSpPr>
        <p:spPr>
          <a:xfrm>
            <a:off x="720000" y="3063830"/>
            <a:ext cx="1199700" cy="392700"/>
          </a:xfrm>
          <a:prstGeom prst="rect">
            <a:avLst/>
          </a:prstGeom>
          <a:solidFill>
            <a:srgbClr val="89FFFF">
              <a:alpha val="443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idx="8" type="subTitle"/>
          </p:nvPr>
        </p:nvSpPr>
        <p:spPr>
          <a:xfrm>
            <a:off x="2056100" y="3063830"/>
            <a:ext cx="3211800" cy="39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hasCustomPrompt="1" idx="9" type="title"/>
          </p:nvPr>
        </p:nvSpPr>
        <p:spPr>
          <a:xfrm>
            <a:off x="720000" y="2490095"/>
            <a:ext cx="1199700" cy="392700"/>
          </a:xfrm>
          <a:prstGeom prst="rect">
            <a:avLst/>
          </a:prstGeom>
          <a:solidFill>
            <a:srgbClr val="00FF00">
              <a:alpha val="4367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/>
          <p:nvPr>
            <p:ph idx="13" type="subTitle"/>
          </p:nvPr>
        </p:nvSpPr>
        <p:spPr>
          <a:xfrm>
            <a:off x="2056100" y="2490095"/>
            <a:ext cx="3211800" cy="39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1" name="Google Shape;91;p13"/>
          <p:cNvSpPr txBox="1"/>
          <p:nvPr>
            <p:ph hasCustomPrompt="1" idx="14" type="title"/>
          </p:nvPr>
        </p:nvSpPr>
        <p:spPr>
          <a:xfrm>
            <a:off x="720000" y="1916360"/>
            <a:ext cx="1199700" cy="392700"/>
          </a:xfrm>
          <a:prstGeom prst="rect">
            <a:avLst/>
          </a:prstGeom>
          <a:solidFill>
            <a:srgbClr val="89FFFF">
              <a:alpha val="443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/>
          <p:nvPr>
            <p:ph idx="15" type="subTitle"/>
          </p:nvPr>
        </p:nvSpPr>
        <p:spPr>
          <a:xfrm>
            <a:off x="2056100" y="1916360"/>
            <a:ext cx="3211800" cy="39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BLANK_1_1_1_1_1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" y="-6858"/>
            <a:ext cx="9143998" cy="515721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" name="Google Shape;96;p14"/>
          <p:cNvSpPr/>
          <p:nvPr/>
        </p:nvSpPr>
        <p:spPr>
          <a:xfrm flipH="1" rot="-1118166">
            <a:off x="-1886897" y="-867432"/>
            <a:ext cx="9144179" cy="2377606"/>
          </a:xfrm>
          <a:custGeom>
            <a:rect b="b" l="l" r="r" t="t"/>
            <a:pathLst>
              <a:path extrusionOk="0" h="73270" w="281986">
                <a:moveTo>
                  <a:pt x="187986" y="1"/>
                </a:moveTo>
                <a:cubicBezTo>
                  <a:pt x="175851" y="1"/>
                  <a:pt x="169617" y="9932"/>
                  <a:pt x="163602" y="19529"/>
                </a:cubicBezTo>
                <a:cubicBezTo>
                  <a:pt x="157875" y="28647"/>
                  <a:pt x="151960" y="38086"/>
                  <a:pt x="140971" y="39288"/>
                </a:cubicBezTo>
                <a:cubicBezTo>
                  <a:pt x="139120" y="39493"/>
                  <a:pt x="137397" y="39586"/>
                  <a:pt x="135781" y="39586"/>
                </a:cubicBezTo>
                <a:cubicBezTo>
                  <a:pt x="126973" y="39586"/>
                  <a:pt x="121388" y="36806"/>
                  <a:pt x="115949" y="34098"/>
                </a:cubicBezTo>
                <a:cubicBezTo>
                  <a:pt x="110806" y="31527"/>
                  <a:pt x="105905" y="29087"/>
                  <a:pt x="98650" y="29087"/>
                </a:cubicBezTo>
                <a:cubicBezTo>
                  <a:pt x="97192" y="29087"/>
                  <a:pt x="95640" y="29185"/>
                  <a:pt x="93971" y="29401"/>
                </a:cubicBezTo>
                <a:cubicBezTo>
                  <a:pt x="81461" y="31025"/>
                  <a:pt x="74560" y="41362"/>
                  <a:pt x="67876" y="51365"/>
                </a:cubicBezTo>
                <a:cubicBezTo>
                  <a:pt x="61903" y="60295"/>
                  <a:pt x="56249" y="68732"/>
                  <a:pt x="46957" y="71414"/>
                </a:cubicBezTo>
                <a:cubicBezTo>
                  <a:pt x="43103" y="72530"/>
                  <a:pt x="39654" y="72985"/>
                  <a:pt x="36493" y="72985"/>
                </a:cubicBezTo>
                <a:cubicBezTo>
                  <a:pt x="29390" y="72985"/>
                  <a:pt x="23741" y="70690"/>
                  <a:pt x="18224" y="68443"/>
                </a:cubicBezTo>
                <a:cubicBezTo>
                  <a:pt x="12715" y="66210"/>
                  <a:pt x="7032" y="63890"/>
                  <a:pt x="0" y="63890"/>
                </a:cubicBezTo>
                <a:lnTo>
                  <a:pt x="0" y="64180"/>
                </a:lnTo>
                <a:cubicBezTo>
                  <a:pt x="6974" y="64180"/>
                  <a:pt x="12642" y="66485"/>
                  <a:pt x="18122" y="68703"/>
                </a:cubicBezTo>
                <a:cubicBezTo>
                  <a:pt x="23675" y="70965"/>
                  <a:pt x="29358" y="73269"/>
                  <a:pt x="36504" y="73269"/>
                </a:cubicBezTo>
                <a:cubicBezTo>
                  <a:pt x="39680" y="73269"/>
                  <a:pt x="43159" y="72806"/>
                  <a:pt x="47029" y="71690"/>
                </a:cubicBezTo>
                <a:cubicBezTo>
                  <a:pt x="56438" y="68978"/>
                  <a:pt x="62106" y="60498"/>
                  <a:pt x="68108" y="51510"/>
                </a:cubicBezTo>
                <a:cubicBezTo>
                  <a:pt x="74748" y="41579"/>
                  <a:pt x="81635" y="31301"/>
                  <a:pt x="94015" y="29691"/>
                </a:cubicBezTo>
                <a:cubicBezTo>
                  <a:pt x="95674" y="29474"/>
                  <a:pt x="97217" y="29376"/>
                  <a:pt x="98667" y="29376"/>
                </a:cubicBezTo>
                <a:cubicBezTo>
                  <a:pt x="105845" y="29376"/>
                  <a:pt x="110716" y="31800"/>
                  <a:pt x="115819" y="34345"/>
                </a:cubicBezTo>
                <a:cubicBezTo>
                  <a:pt x="121289" y="37068"/>
                  <a:pt x="126926" y="39874"/>
                  <a:pt x="135810" y="39874"/>
                </a:cubicBezTo>
                <a:cubicBezTo>
                  <a:pt x="137426" y="39874"/>
                  <a:pt x="139150" y="39781"/>
                  <a:pt x="141000" y="39578"/>
                </a:cubicBezTo>
                <a:cubicBezTo>
                  <a:pt x="152120" y="38346"/>
                  <a:pt x="158078" y="28850"/>
                  <a:pt x="163834" y="19674"/>
                </a:cubicBezTo>
                <a:cubicBezTo>
                  <a:pt x="170096" y="9700"/>
                  <a:pt x="176011" y="277"/>
                  <a:pt x="187986" y="277"/>
                </a:cubicBezTo>
                <a:cubicBezTo>
                  <a:pt x="200077" y="277"/>
                  <a:pt x="205918" y="7887"/>
                  <a:pt x="212094" y="15934"/>
                </a:cubicBezTo>
                <a:cubicBezTo>
                  <a:pt x="217806" y="23370"/>
                  <a:pt x="223707" y="31054"/>
                  <a:pt x="234971" y="32809"/>
                </a:cubicBezTo>
                <a:cubicBezTo>
                  <a:pt x="237288" y="33168"/>
                  <a:pt x="239388" y="33326"/>
                  <a:pt x="241322" y="33326"/>
                </a:cubicBezTo>
                <a:cubicBezTo>
                  <a:pt x="248362" y="33326"/>
                  <a:pt x="253189" y="31223"/>
                  <a:pt x="258239" y="29039"/>
                </a:cubicBezTo>
                <a:cubicBezTo>
                  <a:pt x="264110" y="26488"/>
                  <a:pt x="270765" y="23588"/>
                  <a:pt x="281986" y="23588"/>
                </a:cubicBezTo>
                <a:lnTo>
                  <a:pt x="281986" y="23312"/>
                </a:lnTo>
                <a:cubicBezTo>
                  <a:pt x="270707" y="23312"/>
                  <a:pt x="264023" y="26212"/>
                  <a:pt x="258123" y="28778"/>
                </a:cubicBezTo>
                <a:cubicBezTo>
                  <a:pt x="252935" y="31034"/>
                  <a:pt x="248290" y="33053"/>
                  <a:pt x="241459" y="33053"/>
                </a:cubicBezTo>
                <a:cubicBezTo>
                  <a:pt x="239510" y="33053"/>
                  <a:pt x="237383" y="32889"/>
                  <a:pt x="235015" y="32519"/>
                </a:cubicBezTo>
                <a:cubicBezTo>
                  <a:pt x="223852" y="30793"/>
                  <a:pt x="217995" y="23153"/>
                  <a:pt x="212312" y="15774"/>
                </a:cubicBezTo>
                <a:cubicBezTo>
                  <a:pt x="206092" y="7655"/>
                  <a:pt x="200206" y="1"/>
                  <a:pt x="1879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BLANK_1_1_1_1_1_1_1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3720" y="0"/>
            <a:ext cx="913656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0" name="Google Shape;100;p15"/>
          <p:cNvGrpSpPr/>
          <p:nvPr/>
        </p:nvGrpSpPr>
        <p:grpSpPr>
          <a:xfrm>
            <a:off x="113255" y="76209"/>
            <a:ext cx="8918414" cy="1553064"/>
            <a:chOff x="113255" y="76209"/>
            <a:chExt cx="8918414" cy="1553064"/>
          </a:xfrm>
        </p:grpSpPr>
        <p:grpSp>
          <p:nvGrpSpPr>
            <p:cNvPr id="101" name="Google Shape;101;p15"/>
            <p:cNvGrpSpPr/>
            <p:nvPr/>
          </p:nvGrpSpPr>
          <p:grpSpPr>
            <a:xfrm>
              <a:off x="8551043" y="94498"/>
              <a:ext cx="480627" cy="1273754"/>
              <a:chOff x="-398807" y="2895311"/>
              <a:chExt cx="480627" cy="1273754"/>
            </a:xfrm>
          </p:grpSpPr>
          <p:sp>
            <p:nvSpPr>
              <p:cNvPr id="102" name="Google Shape;102;p15"/>
              <p:cNvSpPr/>
              <p:nvPr/>
            </p:nvSpPr>
            <p:spPr>
              <a:xfrm>
                <a:off x="-392487" y="3110866"/>
                <a:ext cx="170707" cy="250628"/>
              </a:xfrm>
              <a:custGeom>
                <a:rect b="b" l="l" r="r" t="t"/>
                <a:pathLst>
                  <a:path extrusionOk="0" h="4045" w="2755">
                    <a:moveTo>
                      <a:pt x="0" y="1"/>
                    </a:moveTo>
                    <a:lnTo>
                      <a:pt x="0" y="4045"/>
                    </a:lnTo>
                    <a:lnTo>
                      <a:pt x="2755" y="4045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5"/>
              <p:cNvSpPr/>
              <p:nvPr/>
            </p:nvSpPr>
            <p:spPr>
              <a:xfrm>
                <a:off x="-398807" y="3105475"/>
                <a:ext cx="183285" cy="261409"/>
              </a:xfrm>
              <a:custGeom>
                <a:rect b="b" l="l" r="r" t="t"/>
                <a:pathLst>
                  <a:path extrusionOk="0" h="4219" w="2958">
                    <a:moveTo>
                      <a:pt x="2770" y="188"/>
                    </a:moveTo>
                    <a:lnTo>
                      <a:pt x="2770" y="4031"/>
                    </a:lnTo>
                    <a:lnTo>
                      <a:pt x="189" y="4031"/>
                    </a:lnTo>
                    <a:lnTo>
                      <a:pt x="189" y="188"/>
                    </a:lnTo>
                    <a:close/>
                    <a:moveTo>
                      <a:pt x="102" y="1"/>
                    </a:moveTo>
                    <a:cubicBezTo>
                      <a:pt x="44" y="1"/>
                      <a:pt x="0" y="43"/>
                      <a:pt x="0" y="88"/>
                    </a:cubicBezTo>
                    <a:lnTo>
                      <a:pt x="0" y="4132"/>
                    </a:lnTo>
                    <a:cubicBezTo>
                      <a:pt x="0" y="4190"/>
                      <a:pt x="44" y="4219"/>
                      <a:pt x="102" y="4219"/>
                    </a:cubicBezTo>
                    <a:lnTo>
                      <a:pt x="2857" y="4219"/>
                    </a:lnTo>
                    <a:cubicBezTo>
                      <a:pt x="2915" y="4219"/>
                      <a:pt x="2958" y="4190"/>
                      <a:pt x="2958" y="4132"/>
                    </a:cubicBezTo>
                    <a:lnTo>
                      <a:pt x="2958" y="88"/>
                    </a:lnTo>
                    <a:cubicBezTo>
                      <a:pt x="2958" y="43"/>
                      <a:pt x="2915" y="1"/>
                      <a:pt x="28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5"/>
              <p:cNvSpPr/>
              <p:nvPr/>
            </p:nvSpPr>
            <p:spPr>
              <a:xfrm>
                <a:off x="-313427" y="2895311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101" y="0"/>
                    </a:moveTo>
                    <a:cubicBezTo>
                      <a:pt x="43" y="0"/>
                      <a:pt x="0" y="43"/>
                      <a:pt x="0" y="101"/>
                    </a:cubicBezTo>
                    <a:lnTo>
                      <a:pt x="0" y="3480"/>
                    </a:lnTo>
                    <a:cubicBezTo>
                      <a:pt x="0" y="3538"/>
                      <a:pt x="43" y="3580"/>
                      <a:pt x="101" y="3580"/>
                    </a:cubicBezTo>
                    <a:cubicBezTo>
                      <a:pt x="159" y="3580"/>
                      <a:pt x="188" y="3538"/>
                      <a:pt x="188" y="3480"/>
                    </a:cubicBezTo>
                    <a:lnTo>
                      <a:pt x="188" y="101"/>
                    </a:lnTo>
                    <a:cubicBezTo>
                      <a:pt x="188" y="43"/>
                      <a:pt x="159" y="0"/>
                      <a:pt x="1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15"/>
              <p:cNvSpPr/>
              <p:nvPr/>
            </p:nvSpPr>
            <p:spPr>
              <a:xfrm>
                <a:off x="-313427" y="3355169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101" y="1"/>
                    </a:moveTo>
                    <a:cubicBezTo>
                      <a:pt x="43" y="1"/>
                      <a:pt x="0" y="44"/>
                      <a:pt x="0" y="102"/>
                    </a:cubicBezTo>
                    <a:lnTo>
                      <a:pt x="0" y="3494"/>
                    </a:lnTo>
                    <a:cubicBezTo>
                      <a:pt x="0" y="3538"/>
                      <a:pt x="43" y="3581"/>
                      <a:pt x="101" y="3581"/>
                    </a:cubicBezTo>
                    <a:cubicBezTo>
                      <a:pt x="159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59" y="1"/>
                      <a:pt x="1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5"/>
              <p:cNvSpPr/>
              <p:nvPr/>
            </p:nvSpPr>
            <p:spPr>
              <a:xfrm>
                <a:off x="-95208" y="3378528"/>
                <a:ext cx="170707" cy="574927"/>
              </a:xfrm>
              <a:custGeom>
                <a:rect b="b" l="l" r="r" t="t"/>
                <a:pathLst>
                  <a:path extrusionOk="0" h="9279" w="2755">
                    <a:moveTo>
                      <a:pt x="0" y="1"/>
                    </a:moveTo>
                    <a:lnTo>
                      <a:pt x="0" y="9279"/>
                    </a:lnTo>
                    <a:lnTo>
                      <a:pt x="2755" y="9279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15"/>
              <p:cNvSpPr/>
              <p:nvPr/>
            </p:nvSpPr>
            <p:spPr>
              <a:xfrm>
                <a:off x="-100598" y="3372208"/>
                <a:ext cx="182418" cy="586637"/>
              </a:xfrm>
              <a:custGeom>
                <a:rect b="b" l="l" r="r" t="t"/>
                <a:pathLst>
                  <a:path extrusionOk="0" h="9468" w="2944">
                    <a:moveTo>
                      <a:pt x="2755" y="190"/>
                    </a:moveTo>
                    <a:lnTo>
                      <a:pt x="2755" y="9279"/>
                    </a:lnTo>
                    <a:lnTo>
                      <a:pt x="189" y="9279"/>
                    </a:lnTo>
                    <a:lnTo>
                      <a:pt x="189" y="190"/>
                    </a:lnTo>
                    <a:close/>
                    <a:moveTo>
                      <a:pt x="87" y="1"/>
                    </a:moveTo>
                    <a:cubicBezTo>
                      <a:pt x="44" y="1"/>
                      <a:pt x="0" y="45"/>
                      <a:pt x="0" y="103"/>
                    </a:cubicBezTo>
                    <a:lnTo>
                      <a:pt x="0" y="9381"/>
                    </a:lnTo>
                    <a:cubicBezTo>
                      <a:pt x="0" y="9424"/>
                      <a:pt x="44" y="9468"/>
                      <a:pt x="87" y="9468"/>
                    </a:cubicBezTo>
                    <a:lnTo>
                      <a:pt x="2842" y="9468"/>
                    </a:lnTo>
                    <a:cubicBezTo>
                      <a:pt x="2900" y="9468"/>
                      <a:pt x="2944" y="9424"/>
                      <a:pt x="2944" y="9381"/>
                    </a:cubicBezTo>
                    <a:lnTo>
                      <a:pt x="2944" y="103"/>
                    </a:lnTo>
                    <a:cubicBezTo>
                      <a:pt x="2944" y="45"/>
                      <a:pt x="2900" y="1"/>
                      <a:pt x="284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15"/>
              <p:cNvSpPr/>
              <p:nvPr/>
            </p:nvSpPr>
            <p:spPr>
              <a:xfrm>
                <a:off x="-15218" y="3162973"/>
                <a:ext cx="11711" cy="221011"/>
              </a:xfrm>
              <a:custGeom>
                <a:rect b="b" l="l" r="r" t="t"/>
                <a:pathLst>
                  <a:path extrusionOk="0" h="3567" w="189">
                    <a:moveTo>
                      <a:pt x="87" y="0"/>
                    </a:moveTo>
                    <a:cubicBezTo>
                      <a:pt x="43" y="0"/>
                      <a:pt x="0" y="43"/>
                      <a:pt x="0" y="87"/>
                    </a:cubicBezTo>
                    <a:lnTo>
                      <a:pt x="0" y="3480"/>
                    </a:lnTo>
                    <a:cubicBezTo>
                      <a:pt x="0" y="3538"/>
                      <a:pt x="43" y="3567"/>
                      <a:pt x="87" y="3567"/>
                    </a:cubicBezTo>
                    <a:cubicBezTo>
                      <a:pt x="145" y="3567"/>
                      <a:pt x="188" y="3538"/>
                      <a:pt x="188" y="3480"/>
                    </a:cubicBezTo>
                    <a:lnTo>
                      <a:pt x="188" y="87"/>
                    </a:lnTo>
                    <a:cubicBezTo>
                      <a:pt x="188" y="43"/>
                      <a:pt x="145" y="0"/>
                      <a:pt x="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5"/>
              <p:cNvSpPr/>
              <p:nvPr/>
            </p:nvSpPr>
            <p:spPr>
              <a:xfrm>
                <a:off x="-15218" y="3947062"/>
                <a:ext cx="11711" cy="222003"/>
              </a:xfrm>
              <a:custGeom>
                <a:rect b="b" l="l" r="r" t="t"/>
                <a:pathLst>
                  <a:path extrusionOk="0" h="3583" w="189">
                    <a:moveTo>
                      <a:pt x="87" y="1"/>
                    </a:moveTo>
                    <a:cubicBezTo>
                      <a:pt x="43" y="1"/>
                      <a:pt x="0" y="45"/>
                      <a:pt x="0" y="103"/>
                    </a:cubicBezTo>
                    <a:lnTo>
                      <a:pt x="0" y="3480"/>
                    </a:lnTo>
                    <a:cubicBezTo>
                      <a:pt x="0" y="3538"/>
                      <a:pt x="43" y="3582"/>
                      <a:pt x="87" y="3582"/>
                    </a:cubicBezTo>
                    <a:cubicBezTo>
                      <a:pt x="145" y="3582"/>
                      <a:pt x="188" y="3538"/>
                      <a:pt x="188" y="3480"/>
                    </a:cubicBezTo>
                    <a:lnTo>
                      <a:pt x="188" y="103"/>
                    </a:lnTo>
                    <a:cubicBezTo>
                      <a:pt x="188" y="45"/>
                      <a:pt x="145" y="1"/>
                      <a:pt x="8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" name="Google Shape;110;p15"/>
            <p:cNvGrpSpPr/>
            <p:nvPr/>
          </p:nvGrpSpPr>
          <p:grpSpPr>
            <a:xfrm>
              <a:off x="113255" y="76209"/>
              <a:ext cx="479697" cy="1553064"/>
              <a:chOff x="2577955" y="-214341"/>
              <a:chExt cx="479697" cy="1553064"/>
            </a:xfrm>
          </p:grpSpPr>
          <p:sp>
            <p:nvSpPr>
              <p:cNvPr id="111" name="Google Shape;111;p15"/>
              <p:cNvSpPr/>
              <p:nvPr/>
            </p:nvSpPr>
            <p:spPr>
              <a:xfrm>
                <a:off x="2583284" y="787100"/>
                <a:ext cx="170769" cy="336009"/>
              </a:xfrm>
              <a:custGeom>
                <a:rect b="b" l="l" r="r" t="t"/>
                <a:pathLst>
                  <a:path extrusionOk="0" h="5423" w="2756">
                    <a:moveTo>
                      <a:pt x="1" y="1"/>
                    </a:moveTo>
                    <a:lnTo>
                      <a:pt x="1" y="5423"/>
                    </a:lnTo>
                    <a:lnTo>
                      <a:pt x="2755" y="5423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15"/>
              <p:cNvSpPr/>
              <p:nvPr/>
            </p:nvSpPr>
            <p:spPr>
              <a:xfrm>
                <a:off x="2577955" y="780842"/>
                <a:ext cx="182418" cy="347658"/>
              </a:xfrm>
              <a:custGeom>
                <a:rect b="b" l="l" r="r" t="t"/>
                <a:pathLst>
                  <a:path extrusionOk="0" h="5611" w="2944">
                    <a:moveTo>
                      <a:pt x="2754" y="189"/>
                    </a:moveTo>
                    <a:lnTo>
                      <a:pt x="2754" y="5423"/>
                    </a:lnTo>
                    <a:lnTo>
                      <a:pt x="189" y="5423"/>
                    </a:lnTo>
                    <a:lnTo>
                      <a:pt x="189" y="189"/>
                    </a:lnTo>
                    <a:close/>
                    <a:moveTo>
                      <a:pt x="87" y="1"/>
                    </a:moveTo>
                    <a:cubicBezTo>
                      <a:pt x="29" y="1"/>
                      <a:pt x="0" y="44"/>
                      <a:pt x="0" y="102"/>
                    </a:cubicBezTo>
                    <a:lnTo>
                      <a:pt x="0" y="5524"/>
                    </a:lnTo>
                    <a:cubicBezTo>
                      <a:pt x="0" y="5568"/>
                      <a:pt x="29" y="5611"/>
                      <a:pt x="87" y="5611"/>
                    </a:cubicBezTo>
                    <a:lnTo>
                      <a:pt x="2841" y="5611"/>
                    </a:lnTo>
                    <a:cubicBezTo>
                      <a:pt x="2899" y="5611"/>
                      <a:pt x="2944" y="5568"/>
                      <a:pt x="2944" y="5524"/>
                    </a:cubicBezTo>
                    <a:lnTo>
                      <a:pt x="2944" y="102"/>
                    </a:lnTo>
                    <a:cubicBezTo>
                      <a:pt x="2944" y="44"/>
                      <a:pt x="2899" y="1"/>
                      <a:pt x="284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5"/>
              <p:cNvSpPr/>
              <p:nvPr/>
            </p:nvSpPr>
            <p:spPr>
              <a:xfrm>
                <a:off x="2663273" y="570678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88" y="1"/>
                    </a:moveTo>
                    <a:cubicBezTo>
                      <a:pt x="44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9" y="3538"/>
                      <a:pt x="189" y="3494"/>
                    </a:cubicBezTo>
                    <a:lnTo>
                      <a:pt x="189" y="102"/>
                    </a:lnTo>
                    <a:cubicBezTo>
                      <a:pt x="189" y="44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5"/>
              <p:cNvSpPr/>
              <p:nvPr/>
            </p:nvSpPr>
            <p:spPr>
              <a:xfrm>
                <a:off x="2663273" y="1116783"/>
                <a:ext cx="11711" cy="221941"/>
              </a:xfrm>
              <a:custGeom>
                <a:rect b="b" l="l" r="r" t="t"/>
                <a:pathLst>
                  <a:path extrusionOk="0" h="3582" w="189">
                    <a:moveTo>
                      <a:pt x="88" y="1"/>
                    </a:moveTo>
                    <a:cubicBezTo>
                      <a:pt x="44" y="1"/>
                      <a:pt x="1" y="44"/>
                      <a:pt x="1" y="102"/>
                    </a:cubicBezTo>
                    <a:lnTo>
                      <a:pt x="1" y="3480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9" y="3538"/>
                      <a:pt x="189" y="3480"/>
                    </a:cubicBezTo>
                    <a:lnTo>
                      <a:pt x="189" y="102"/>
                    </a:lnTo>
                    <a:cubicBezTo>
                      <a:pt x="189" y="44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2880687" y="1214"/>
                <a:ext cx="171574" cy="770720"/>
              </a:xfrm>
              <a:custGeom>
                <a:rect b="b" l="l" r="r" t="t"/>
                <a:pathLst>
                  <a:path extrusionOk="0" h="12439" w="2769">
                    <a:moveTo>
                      <a:pt x="0" y="0"/>
                    </a:moveTo>
                    <a:lnTo>
                      <a:pt x="0" y="12439"/>
                    </a:lnTo>
                    <a:lnTo>
                      <a:pt x="2769" y="12439"/>
                    </a:lnTo>
                    <a:lnTo>
                      <a:pt x="2769" y="0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2875297" y="-4177"/>
                <a:ext cx="182356" cy="781501"/>
              </a:xfrm>
              <a:custGeom>
                <a:rect b="b" l="l" r="r" t="t"/>
                <a:pathLst>
                  <a:path extrusionOk="0" h="12613" w="2943">
                    <a:moveTo>
                      <a:pt x="2755" y="188"/>
                    </a:moveTo>
                    <a:lnTo>
                      <a:pt x="2755" y="12424"/>
                    </a:lnTo>
                    <a:lnTo>
                      <a:pt x="188" y="12424"/>
                    </a:lnTo>
                    <a:lnTo>
                      <a:pt x="188" y="188"/>
                    </a:lnTo>
                    <a:close/>
                    <a:moveTo>
                      <a:pt x="87" y="0"/>
                    </a:moveTo>
                    <a:cubicBezTo>
                      <a:pt x="43" y="0"/>
                      <a:pt x="0" y="43"/>
                      <a:pt x="0" y="87"/>
                    </a:cubicBezTo>
                    <a:lnTo>
                      <a:pt x="0" y="12526"/>
                    </a:lnTo>
                    <a:cubicBezTo>
                      <a:pt x="0" y="12569"/>
                      <a:pt x="43" y="12613"/>
                      <a:pt x="87" y="12613"/>
                    </a:cubicBezTo>
                    <a:lnTo>
                      <a:pt x="2856" y="12613"/>
                    </a:lnTo>
                    <a:cubicBezTo>
                      <a:pt x="2900" y="12613"/>
                      <a:pt x="2943" y="12569"/>
                      <a:pt x="2943" y="12526"/>
                    </a:cubicBezTo>
                    <a:lnTo>
                      <a:pt x="2943" y="87"/>
                    </a:lnTo>
                    <a:cubicBezTo>
                      <a:pt x="2943" y="43"/>
                      <a:pt x="2900" y="0"/>
                      <a:pt x="28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2960553" y="-214341"/>
                <a:ext cx="11773" cy="221879"/>
              </a:xfrm>
              <a:custGeom>
                <a:rect b="b" l="l" r="r" t="t"/>
                <a:pathLst>
                  <a:path extrusionOk="0" h="3581" w="190">
                    <a:moveTo>
                      <a:pt x="88" y="0"/>
                    </a:moveTo>
                    <a:cubicBezTo>
                      <a:pt x="45" y="0"/>
                      <a:pt x="1" y="43"/>
                      <a:pt x="1" y="101"/>
                    </a:cubicBezTo>
                    <a:lnTo>
                      <a:pt x="1" y="3479"/>
                    </a:lnTo>
                    <a:cubicBezTo>
                      <a:pt x="1" y="3537"/>
                      <a:pt x="45" y="3580"/>
                      <a:pt x="88" y="3580"/>
                    </a:cubicBezTo>
                    <a:cubicBezTo>
                      <a:pt x="146" y="3580"/>
                      <a:pt x="190" y="3537"/>
                      <a:pt x="190" y="3479"/>
                    </a:cubicBezTo>
                    <a:lnTo>
                      <a:pt x="190" y="101"/>
                    </a:lnTo>
                    <a:cubicBezTo>
                      <a:pt x="190" y="43"/>
                      <a:pt x="146" y="0"/>
                      <a:pt x="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2960553" y="765538"/>
                <a:ext cx="11773" cy="222003"/>
              </a:xfrm>
              <a:custGeom>
                <a:rect b="b" l="l" r="r" t="t"/>
                <a:pathLst>
                  <a:path extrusionOk="0" h="3583" w="190">
                    <a:moveTo>
                      <a:pt x="88" y="1"/>
                    </a:moveTo>
                    <a:cubicBezTo>
                      <a:pt x="45" y="1"/>
                      <a:pt x="1" y="45"/>
                      <a:pt x="1" y="103"/>
                    </a:cubicBezTo>
                    <a:lnTo>
                      <a:pt x="1" y="3495"/>
                    </a:lnTo>
                    <a:cubicBezTo>
                      <a:pt x="1" y="3538"/>
                      <a:pt x="45" y="3582"/>
                      <a:pt x="88" y="3582"/>
                    </a:cubicBezTo>
                    <a:cubicBezTo>
                      <a:pt x="146" y="3582"/>
                      <a:pt x="190" y="3538"/>
                      <a:pt x="190" y="3495"/>
                    </a:cubicBezTo>
                    <a:lnTo>
                      <a:pt x="190" y="103"/>
                    </a:lnTo>
                    <a:cubicBezTo>
                      <a:pt x="190" y="45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BLANK_1_1_1_1_1_1_1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341" y="-6858"/>
            <a:ext cx="9141319" cy="515721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2" name="Google Shape;122;p16"/>
          <p:cNvGrpSpPr/>
          <p:nvPr/>
        </p:nvGrpSpPr>
        <p:grpSpPr>
          <a:xfrm>
            <a:off x="8062599" y="-9872"/>
            <a:ext cx="1115609" cy="1769276"/>
            <a:chOff x="10483324" y="445478"/>
            <a:chExt cx="1115609" cy="1769276"/>
          </a:xfrm>
        </p:grpSpPr>
        <p:sp>
          <p:nvSpPr>
            <p:cNvPr id="123" name="Google Shape;123;p16"/>
            <p:cNvSpPr/>
            <p:nvPr/>
          </p:nvSpPr>
          <p:spPr>
            <a:xfrm>
              <a:off x="10489812" y="669897"/>
              <a:ext cx="177018" cy="143490"/>
            </a:xfrm>
            <a:custGeom>
              <a:rect b="b" l="l" r="r" t="t"/>
              <a:pathLst>
                <a:path extrusionOk="0" h="2234" w="2756">
                  <a:moveTo>
                    <a:pt x="1" y="1"/>
                  </a:moveTo>
                  <a:lnTo>
                    <a:pt x="1" y="2233"/>
                  </a:lnTo>
                  <a:lnTo>
                    <a:pt x="2755" y="2233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10572732" y="806771"/>
              <a:ext cx="11240" cy="230072"/>
            </a:xfrm>
            <a:custGeom>
              <a:rect b="b" l="l" r="r" t="t"/>
              <a:pathLst>
                <a:path extrusionOk="0" h="3582" w="175">
                  <a:moveTo>
                    <a:pt x="88" y="0"/>
                  </a:moveTo>
                  <a:cubicBezTo>
                    <a:pt x="30" y="0"/>
                    <a:pt x="1" y="44"/>
                    <a:pt x="1" y="102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2"/>
                  </a:lnTo>
                  <a:cubicBezTo>
                    <a:pt x="175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10572732" y="445478"/>
              <a:ext cx="11240" cy="230072"/>
            </a:xfrm>
            <a:custGeom>
              <a:rect b="b" l="l" r="r" t="t"/>
              <a:pathLst>
                <a:path extrusionOk="0" h="3582" w="175">
                  <a:moveTo>
                    <a:pt x="88" y="0"/>
                  </a:moveTo>
                  <a:cubicBezTo>
                    <a:pt x="30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3"/>
                  </a:lnTo>
                  <a:cubicBezTo>
                    <a:pt x="175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10798051" y="816084"/>
              <a:ext cx="177018" cy="348319"/>
            </a:xfrm>
            <a:custGeom>
              <a:rect b="b" l="l" r="r" t="t"/>
              <a:pathLst>
                <a:path extrusionOk="0" h="5423" w="2756">
                  <a:moveTo>
                    <a:pt x="1" y="0"/>
                  </a:moveTo>
                  <a:lnTo>
                    <a:pt x="1" y="5422"/>
                  </a:lnTo>
                  <a:lnTo>
                    <a:pt x="2755" y="5422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10792463" y="809597"/>
              <a:ext cx="189093" cy="360395"/>
            </a:xfrm>
            <a:custGeom>
              <a:rect b="b" l="l" r="r" t="t"/>
              <a:pathLst>
                <a:path extrusionOk="0" h="5611" w="2944">
                  <a:moveTo>
                    <a:pt x="2755" y="188"/>
                  </a:moveTo>
                  <a:lnTo>
                    <a:pt x="2755" y="5422"/>
                  </a:lnTo>
                  <a:lnTo>
                    <a:pt x="189" y="5422"/>
                  </a:lnTo>
                  <a:lnTo>
                    <a:pt x="189" y="188"/>
                  </a:lnTo>
                  <a:close/>
                  <a:moveTo>
                    <a:pt x="88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5523"/>
                  </a:lnTo>
                  <a:cubicBezTo>
                    <a:pt x="1" y="5567"/>
                    <a:pt x="44" y="5610"/>
                    <a:pt x="88" y="5610"/>
                  </a:cubicBezTo>
                  <a:lnTo>
                    <a:pt x="2842" y="5610"/>
                  </a:lnTo>
                  <a:cubicBezTo>
                    <a:pt x="2900" y="5610"/>
                    <a:pt x="2943" y="5567"/>
                    <a:pt x="2943" y="5523"/>
                  </a:cubicBezTo>
                  <a:lnTo>
                    <a:pt x="2943" y="101"/>
                  </a:lnTo>
                  <a:cubicBezTo>
                    <a:pt x="2943" y="43"/>
                    <a:pt x="2900" y="0"/>
                    <a:pt x="2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10880907" y="1157851"/>
              <a:ext cx="12204" cy="230008"/>
            </a:xfrm>
            <a:custGeom>
              <a:rect b="b" l="l" r="r" t="t"/>
              <a:pathLst>
                <a:path extrusionOk="0" h="3581" w="190">
                  <a:moveTo>
                    <a:pt x="88" y="0"/>
                  </a:moveTo>
                  <a:cubicBezTo>
                    <a:pt x="45" y="0"/>
                    <a:pt x="1" y="43"/>
                    <a:pt x="1" y="101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88" y="3581"/>
                  </a:cubicBezTo>
                  <a:cubicBezTo>
                    <a:pt x="146" y="3581"/>
                    <a:pt x="190" y="3538"/>
                    <a:pt x="190" y="3494"/>
                  </a:cubicBezTo>
                  <a:lnTo>
                    <a:pt x="190" y="101"/>
                  </a:lnTo>
                  <a:cubicBezTo>
                    <a:pt x="190" y="43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10880907" y="592628"/>
              <a:ext cx="12204" cy="229108"/>
            </a:xfrm>
            <a:custGeom>
              <a:rect b="b" l="l" r="r" t="t"/>
              <a:pathLst>
                <a:path extrusionOk="0" h="3567" w="190">
                  <a:moveTo>
                    <a:pt x="88" y="0"/>
                  </a:moveTo>
                  <a:cubicBezTo>
                    <a:pt x="45" y="0"/>
                    <a:pt x="1" y="29"/>
                    <a:pt x="1" y="87"/>
                  </a:cubicBezTo>
                  <a:lnTo>
                    <a:pt x="1" y="3479"/>
                  </a:lnTo>
                  <a:cubicBezTo>
                    <a:pt x="1" y="3523"/>
                    <a:pt x="45" y="3566"/>
                    <a:pt x="88" y="3566"/>
                  </a:cubicBezTo>
                  <a:cubicBezTo>
                    <a:pt x="146" y="3566"/>
                    <a:pt x="190" y="3523"/>
                    <a:pt x="190" y="3479"/>
                  </a:cubicBezTo>
                  <a:lnTo>
                    <a:pt x="190" y="87"/>
                  </a:lnTo>
                  <a:cubicBezTo>
                    <a:pt x="190" y="29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11107253" y="1180203"/>
              <a:ext cx="176954" cy="797994"/>
            </a:xfrm>
            <a:custGeom>
              <a:rect b="b" l="l" r="r" t="t"/>
              <a:pathLst>
                <a:path extrusionOk="0" h="12424" w="2755">
                  <a:moveTo>
                    <a:pt x="0" y="0"/>
                  </a:moveTo>
                  <a:lnTo>
                    <a:pt x="0" y="12424"/>
                  </a:lnTo>
                  <a:lnTo>
                    <a:pt x="2754" y="1242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11100638" y="1173652"/>
              <a:ext cx="189157" cy="811096"/>
            </a:xfrm>
            <a:custGeom>
              <a:rect b="b" l="l" r="r" t="t"/>
              <a:pathLst>
                <a:path extrusionOk="0" h="12628" w="2945">
                  <a:moveTo>
                    <a:pt x="2755" y="189"/>
                  </a:moveTo>
                  <a:lnTo>
                    <a:pt x="2755" y="12439"/>
                  </a:lnTo>
                  <a:lnTo>
                    <a:pt x="190" y="12439"/>
                  </a:lnTo>
                  <a:lnTo>
                    <a:pt x="190" y="189"/>
                  </a:lnTo>
                  <a:close/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12526"/>
                  </a:lnTo>
                  <a:cubicBezTo>
                    <a:pt x="1" y="12584"/>
                    <a:pt x="45" y="12628"/>
                    <a:pt x="103" y="12628"/>
                  </a:cubicBezTo>
                  <a:lnTo>
                    <a:pt x="2857" y="12628"/>
                  </a:lnTo>
                  <a:cubicBezTo>
                    <a:pt x="2900" y="12628"/>
                    <a:pt x="2944" y="12584"/>
                    <a:pt x="2944" y="12526"/>
                  </a:cubicBezTo>
                  <a:lnTo>
                    <a:pt x="2944" y="102"/>
                  </a:lnTo>
                  <a:cubicBezTo>
                    <a:pt x="2944" y="44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11189146" y="1972543"/>
              <a:ext cx="12139" cy="229173"/>
            </a:xfrm>
            <a:custGeom>
              <a:rect b="b" l="l" r="r" t="t"/>
              <a:pathLst>
                <a:path extrusionOk="0" h="3568" w="189">
                  <a:moveTo>
                    <a:pt x="102" y="1"/>
                  </a:moveTo>
                  <a:cubicBezTo>
                    <a:pt x="44" y="1"/>
                    <a:pt x="1" y="45"/>
                    <a:pt x="1" y="88"/>
                  </a:cubicBezTo>
                  <a:lnTo>
                    <a:pt x="1" y="3480"/>
                  </a:lnTo>
                  <a:cubicBezTo>
                    <a:pt x="1" y="3538"/>
                    <a:pt x="44" y="3567"/>
                    <a:pt x="102" y="3567"/>
                  </a:cubicBezTo>
                  <a:cubicBezTo>
                    <a:pt x="146" y="3567"/>
                    <a:pt x="189" y="3538"/>
                    <a:pt x="189" y="3480"/>
                  </a:cubicBezTo>
                  <a:lnTo>
                    <a:pt x="189" y="88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11189146" y="955720"/>
              <a:ext cx="12139" cy="230136"/>
            </a:xfrm>
            <a:custGeom>
              <a:rect b="b" l="l" r="r" t="t"/>
              <a:pathLst>
                <a:path extrusionOk="0" h="3583" w="189"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4" y="3582"/>
                    <a:pt x="102" y="3582"/>
                  </a:cubicBezTo>
                  <a:cubicBezTo>
                    <a:pt x="146" y="3582"/>
                    <a:pt x="189" y="3538"/>
                    <a:pt x="189" y="3495"/>
                  </a:cubicBezTo>
                  <a:lnTo>
                    <a:pt x="189" y="103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11415428" y="1783578"/>
              <a:ext cx="176954" cy="207656"/>
            </a:xfrm>
            <a:custGeom>
              <a:rect b="b" l="l" r="r" t="t"/>
              <a:pathLst>
                <a:path extrusionOk="0" h="3233" w="2755">
                  <a:moveTo>
                    <a:pt x="0" y="0"/>
                  </a:moveTo>
                  <a:lnTo>
                    <a:pt x="0" y="3233"/>
                  </a:lnTo>
                  <a:lnTo>
                    <a:pt x="2754" y="3233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11497321" y="1984682"/>
              <a:ext cx="12204" cy="230072"/>
            </a:xfrm>
            <a:custGeom>
              <a:rect b="b" l="l" r="r" t="t"/>
              <a:pathLst>
                <a:path extrusionOk="0" h="3582" w="190">
                  <a:moveTo>
                    <a:pt x="103" y="1"/>
                  </a:moveTo>
                  <a:cubicBezTo>
                    <a:pt x="45" y="1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103" y="3581"/>
                  </a:cubicBezTo>
                  <a:cubicBezTo>
                    <a:pt x="161" y="3581"/>
                    <a:pt x="190" y="3538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1"/>
                    <a:pt x="1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11497321" y="1559159"/>
              <a:ext cx="12204" cy="230072"/>
            </a:xfrm>
            <a:custGeom>
              <a:rect b="b" l="l" r="r" t="t"/>
              <a:pathLst>
                <a:path extrusionOk="0" h="3582" w="190"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7"/>
                    <a:pt x="45" y="3581"/>
                    <a:pt x="103" y="3581"/>
                  </a:cubicBezTo>
                  <a:cubicBezTo>
                    <a:pt x="161" y="3581"/>
                    <a:pt x="190" y="3537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0"/>
                    <a:pt x="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10483324" y="663346"/>
              <a:ext cx="190057" cy="155629"/>
            </a:xfrm>
            <a:custGeom>
              <a:rect b="b" l="l" r="r" t="t"/>
              <a:pathLst>
                <a:path extrusionOk="0" h="2423" w="2959">
                  <a:moveTo>
                    <a:pt x="2769" y="190"/>
                  </a:moveTo>
                  <a:lnTo>
                    <a:pt x="2769" y="2233"/>
                  </a:lnTo>
                  <a:lnTo>
                    <a:pt x="189" y="2233"/>
                  </a:lnTo>
                  <a:lnTo>
                    <a:pt x="189" y="190"/>
                  </a:lnTo>
                  <a:close/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2335"/>
                  </a:lnTo>
                  <a:cubicBezTo>
                    <a:pt x="1" y="2378"/>
                    <a:pt x="44" y="2422"/>
                    <a:pt x="102" y="2422"/>
                  </a:cubicBezTo>
                  <a:lnTo>
                    <a:pt x="2856" y="2422"/>
                  </a:lnTo>
                  <a:cubicBezTo>
                    <a:pt x="2914" y="2422"/>
                    <a:pt x="2958" y="2378"/>
                    <a:pt x="2958" y="2335"/>
                  </a:cubicBezTo>
                  <a:lnTo>
                    <a:pt x="2958" y="103"/>
                  </a:lnTo>
                  <a:cubicBezTo>
                    <a:pt x="2958" y="45"/>
                    <a:pt x="2914" y="1"/>
                    <a:pt x="28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11408941" y="1777027"/>
              <a:ext cx="189992" cy="219795"/>
            </a:xfrm>
            <a:custGeom>
              <a:rect b="b" l="l" r="r" t="t"/>
              <a:pathLst>
                <a:path extrusionOk="0" h="3422" w="2958">
                  <a:moveTo>
                    <a:pt x="2768" y="189"/>
                  </a:moveTo>
                  <a:lnTo>
                    <a:pt x="2768" y="3234"/>
                  </a:lnTo>
                  <a:lnTo>
                    <a:pt x="188" y="3234"/>
                  </a:lnTo>
                  <a:lnTo>
                    <a:pt x="188" y="189"/>
                  </a:lnTo>
                  <a:close/>
                  <a:moveTo>
                    <a:pt x="101" y="0"/>
                  </a:moveTo>
                  <a:cubicBezTo>
                    <a:pt x="43" y="0"/>
                    <a:pt x="0" y="44"/>
                    <a:pt x="0" y="102"/>
                  </a:cubicBezTo>
                  <a:lnTo>
                    <a:pt x="0" y="3335"/>
                  </a:lnTo>
                  <a:cubicBezTo>
                    <a:pt x="0" y="3379"/>
                    <a:pt x="43" y="3422"/>
                    <a:pt x="101" y="3422"/>
                  </a:cubicBezTo>
                  <a:lnTo>
                    <a:pt x="2855" y="3422"/>
                  </a:lnTo>
                  <a:cubicBezTo>
                    <a:pt x="2913" y="3422"/>
                    <a:pt x="2958" y="3379"/>
                    <a:pt x="2958" y="3335"/>
                  </a:cubicBezTo>
                  <a:lnTo>
                    <a:pt x="2958" y="102"/>
                  </a:lnTo>
                  <a:cubicBezTo>
                    <a:pt x="2958" y="44"/>
                    <a:pt x="2913" y="0"/>
                    <a:pt x="28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3720" y="0"/>
            <a:ext cx="913656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>
            <p:ph type="title"/>
          </p:nvPr>
        </p:nvSpPr>
        <p:spPr>
          <a:xfrm>
            <a:off x="713225" y="539500"/>
            <a:ext cx="2402100" cy="11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>
            <a:off x="713225" y="1723150"/>
            <a:ext cx="2402100" cy="10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3" name="Google Shape;143;p17"/>
          <p:cNvSpPr/>
          <p:nvPr>
            <p:ph idx="2" type="pic"/>
          </p:nvPr>
        </p:nvSpPr>
        <p:spPr>
          <a:xfrm>
            <a:off x="713225" y="2953775"/>
            <a:ext cx="2801100" cy="1650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7"/>
          <p:cNvSpPr/>
          <p:nvPr>
            <p:ph idx="3" type="pic"/>
          </p:nvPr>
        </p:nvSpPr>
        <p:spPr>
          <a:xfrm>
            <a:off x="3671775" y="539500"/>
            <a:ext cx="4740300" cy="228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7"/>
          <p:cNvSpPr/>
          <p:nvPr>
            <p:ph idx="4" type="pic"/>
          </p:nvPr>
        </p:nvSpPr>
        <p:spPr>
          <a:xfrm>
            <a:off x="3671775" y="2953775"/>
            <a:ext cx="4740300" cy="16503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46" name="Google Shape;146;p17"/>
          <p:cNvGrpSpPr/>
          <p:nvPr/>
        </p:nvGrpSpPr>
        <p:grpSpPr>
          <a:xfrm>
            <a:off x="-6" y="2"/>
            <a:ext cx="777039" cy="1366258"/>
            <a:chOff x="-3076431" y="1851552"/>
            <a:chExt cx="777039" cy="1366258"/>
          </a:xfrm>
        </p:grpSpPr>
        <p:sp>
          <p:nvSpPr>
            <p:cNvPr id="147" name="Google Shape;147;p17"/>
            <p:cNvSpPr/>
            <p:nvPr/>
          </p:nvSpPr>
          <p:spPr>
            <a:xfrm>
              <a:off x="-3071040" y="2757824"/>
              <a:ext cx="170769" cy="244370"/>
            </a:xfrm>
            <a:custGeom>
              <a:rect b="b" l="l" r="r" t="t"/>
              <a:pathLst>
                <a:path extrusionOk="0" h="3944" w="2756">
                  <a:moveTo>
                    <a:pt x="1" y="1"/>
                  </a:moveTo>
                  <a:lnTo>
                    <a:pt x="1" y="3944"/>
                  </a:lnTo>
                  <a:lnTo>
                    <a:pt x="2755" y="3944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-3076431" y="2752434"/>
              <a:ext cx="182418" cy="255151"/>
            </a:xfrm>
            <a:custGeom>
              <a:rect b="b" l="l" r="r" t="t"/>
              <a:pathLst>
                <a:path extrusionOk="0" h="4118" w="2944">
                  <a:moveTo>
                    <a:pt x="2755" y="190"/>
                  </a:moveTo>
                  <a:lnTo>
                    <a:pt x="2755" y="3930"/>
                  </a:lnTo>
                  <a:lnTo>
                    <a:pt x="175" y="3930"/>
                  </a:lnTo>
                  <a:lnTo>
                    <a:pt x="175" y="190"/>
                  </a:lnTo>
                  <a:close/>
                  <a:moveTo>
                    <a:pt x="88" y="1"/>
                  </a:moveTo>
                  <a:cubicBezTo>
                    <a:pt x="30" y="1"/>
                    <a:pt x="1" y="45"/>
                    <a:pt x="1" y="88"/>
                  </a:cubicBezTo>
                  <a:lnTo>
                    <a:pt x="1" y="4031"/>
                  </a:lnTo>
                  <a:cubicBezTo>
                    <a:pt x="1" y="4075"/>
                    <a:pt x="30" y="4118"/>
                    <a:pt x="88" y="4118"/>
                  </a:cubicBezTo>
                  <a:lnTo>
                    <a:pt x="2842" y="4118"/>
                  </a:lnTo>
                  <a:cubicBezTo>
                    <a:pt x="2900" y="4118"/>
                    <a:pt x="2943" y="4075"/>
                    <a:pt x="2943" y="4031"/>
                  </a:cubicBezTo>
                  <a:lnTo>
                    <a:pt x="2943" y="88"/>
                  </a:lnTo>
                  <a:cubicBezTo>
                    <a:pt x="2943" y="45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-2991113" y="2542270"/>
              <a:ext cx="11773" cy="221941"/>
            </a:xfrm>
            <a:custGeom>
              <a:rect b="b" l="l" r="r" t="t"/>
              <a:pathLst>
                <a:path extrusionOk="0" h="3582" w="190">
                  <a:moveTo>
                    <a:pt x="87" y="0"/>
                  </a:moveTo>
                  <a:cubicBezTo>
                    <a:pt x="29" y="0"/>
                    <a:pt x="0" y="44"/>
                    <a:pt x="0" y="102"/>
                  </a:cubicBezTo>
                  <a:lnTo>
                    <a:pt x="0" y="3480"/>
                  </a:lnTo>
                  <a:cubicBezTo>
                    <a:pt x="0" y="3538"/>
                    <a:pt x="29" y="3582"/>
                    <a:pt x="87" y="3582"/>
                  </a:cubicBezTo>
                  <a:cubicBezTo>
                    <a:pt x="145" y="3582"/>
                    <a:pt x="189" y="3538"/>
                    <a:pt x="189" y="3480"/>
                  </a:cubicBezTo>
                  <a:lnTo>
                    <a:pt x="189" y="102"/>
                  </a:lnTo>
                  <a:cubicBezTo>
                    <a:pt x="189" y="44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-2991113" y="2995870"/>
              <a:ext cx="11773" cy="221941"/>
            </a:xfrm>
            <a:custGeom>
              <a:rect b="b" l="l" r="r" t="t"/>
              <a:pathLst>
                <a:path extrusionOk="0" h="3582" w="190">
                  <a:moveTo>
                    <a:pt x="87" y="1"/>
                  </a:moveTo>
                  <a:cubicBezTo>
                    <a:pt x="29" y="1"/>
                    <a:pt x="0" y="44"/>
                    <a:pt x="0" y="102"/>
                  </a:cubicBezTo>
                  <a:lnTo>
                    <a:pt x="0" y="3480"/>
                  </a:lnTo>
                  <a:cubicBezTo>
                    <a:pt x="0" y="3538"/>
                    <a:pt x="29" y="3581"/>
                    <a:pt x="87" y="3581"/>
                  </a:cubicBezTo>
                  <a:cubicBezTo>
                    <a:pt x="145" y="3581"/>
                    <a:pt x="189" y="3538"/>
                    <a:pt x="189" y="3480"/>
                  </a:cubicBezTo>
                  <a:lnTo>
                    <a:pt x="189" y="102"/>
                  </a:lnTo>
                  <a:cubicBezTo>
                    <a:pt x="189" y="44"/>
                    <a:pt x="145" y="1"/>
                    <a:pt x="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-2773761" y="2067975"/>
              <a:ext cx="171698" cy="677347"/>
            </a:xfrm>
            <a:custGeom>
              <a:rect b="b" l="l" r="r" t="t"/>
              <a:pathLst>
                <a:path extrusionOk="0" h="10932" w="2771">
                  <a:moveTo>
                    <a:pt x="1" y="1"/>
                  </a:moveTo>
                  <a:lnTo>
                    <a:pt x="1" y="10932"/>
                  </a:lnTo>
                  <a:lnTo>
                    <a:pt x="2770" y="10932"/>
                  </a:lnTo>
                  <a:lnTo>
                    <a:pt x="2770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-2779151" y="2061717"/>
              <a:ext cx="182480" cy="688995"/>
            </a:xfrm>
            <a:custGeom>
              <a:rect b="b" l="l" r="r" t="t"/>
              <a:pathLst>
                <a:path extrusionOk="0" h="11120" w="2945">
                  <a:moveTo>
                    <a:pt x="2755" y="189"/>
                  </a:moveTo>
                  <a:lnTo>
                    <a:pt x="2755" y="10932"/>
                  </a:lnTo>
                  <a:lnTo>
                    <a:pt x="190" y="10932"/>
                  </a:lnTo>
                  <a:lnTo>
                    <a:pt x="190" y="189"/>
                  </a:lnTo>
                  <a:close/>
                  <a:moveTo>
                    <a:pt x="88" y="1"/>
                  </a:moveTo>
                  <a:cubicBezTo>
                    <a:pt x="45" y="1"/>
                    <a:pt x="1" y="44"/>
                    <a:pt x="1" y="102"/>
                  </a:cubicBezTo>
                  <a:lnTo>
                    <a:pt x="1" y="11033"/>
                  </a:lnTo>
                  <a:cubicBezTo>
                    <a:pt x="1" y="11077"/>
                    <a:pt x="45" y="11120"/>
                    <a:pt x="88" y="11120"/>
                  </a:cubicBezTo>
                  <a:lnTo>
                    <a:pt x="2857" y="11120"/>
                  </a:lnTo>
                  <a:cubicBezTo>
                    <a:pt x="2900" y="11120"/>
                    <a:pt x="2944" y="11077"/>
                    <a:pt x="2944" y="11033"/>
                  </a:cubicBezTo>
                  <a:lnTo>
                    <a:pt x="2944" y="102"/>
                  </a:lnTo>
                  <a:cubicBezTo>
                    <a:pt x="2944" y="44"/>
                    <a:pt x="2900" y="1"/>
                    <a:pt x="2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-2693772" y="1851552"/>
              <a:ext cx="11711" cy="221879"/>
            </a:xfrm>
            <a:custGeom>
              <a:rect b="b" l="l" r="r" t="t"/>
              <a:pathLst>
                <a:path extrusionOk="0" h="3581" w="189">
                  <a:moveTo>
                    <a:pt x="88" y="1"/>
                  </a:moveTo>
                  <a:cubicBezTo>
                    <a:pt x="44" y="1"/>
                    <a:pt x="1" y="43"/>
                    <a:pt x="1" y="101"/>
                  </a:cubicBezTo>
                  <a:lnTo>
                    <a:pt x="1" y="3494"/>
                  </a:lnTo>
                  <a:cubicBezTo>
                    <a:pt x="1" y="3538"/>
                    <a:pt x="44" y="3581"/>
                    <a:pt x="88" y="3581"/>
                  </a:cubicBezTo>
                  <a:cubicBezTo>
                    <a:pt x="146" y="3581"/>
                    <a:pt x="188" y="3538"/>
                    <a:pt x="188" y="3494"/>
                  </a:cubicBezTo>
                  <a:lnTo>
                    <a:pt x="188" y="101"/>
                  </a:lnTo>
                  <a:cubicBezTo>
                    <a:pt x="188" y="43"/>
                    <a:pt x="146" y="1"/>
                    <a:pt x="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-2693772" y="2738989"/>
              <a:ext cx="11711" cy="221879"/>
            </a:xfrm>
            <a:custGeom>
              <a:rect b="b" l="l" r="r" t="t"/>
              <a:pathLst>
                <a:path extrusionOk="0" h="3581" w="189">
                  <a:moveTo>
                    <a:pt x="88" y="1"/>
                  </a:moveTo>
                  <a:cubicBezTo>
                    <a:pt x="44" y="1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8"/>
                    <a:pt x="44" y="3581"/>
                    <a:pt x="88" y="3581"/>
                  </a:cubicBezTo>
                  <a:cubicBezTo>
                    <a:pt x="146" y="3581"/>
                    <a:pt x="188" y="3538"/>
                    <a:pt x="188" y="3494"/>
                  </a:cubicBezTo>
                  <a:lnTo>
                    <a:pt x="188" y="102"/>
                  </a:lnTo>
                  <a:cubicBezTo>
                    <a:pt x="188" y="44"/>
                    <a:pt x="146" y="1"/>
                    <a:pt x="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-2475552" y="2070701"/>
              <a:ext cx="170769" cy="164442"/>
            </a:xfrm>
            <a:custGeom>
              <a:rect b="b" l="l" r="r" t="t"/>
              <a:pathLst>
                <a:path extrusionOk="0" h="2654" w="2756">
                  <a:moveTo>
                    <a:pt x="1" y="1"/>
                  </a:moveTo>
                  <a:lnTo>
                    <a:pt x="1" y="2653"/>
                  </a:lnTo>
                  <a:lnTo>
                    <a:pt x="2755" y="2653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-2481810" y="2065310"/>
              <a:ext cx="182418" cy="175223"/>
            </a:xfrm>
            <a:custGeom>
              <a:rect b="b" l="l" r="r" t="t"/>
              <a:pathLst>
                <a:path extrusionOk="0" h="2828" w="2944">
                  <a:moveTo>
                    <a:pt x="2755" y="189"/>
                  </a:moveTo>
                  <a:lnTo>
                    <a:pt x="2755" y="2639"/>
                  </a:lnTo>
                  <a:lnTo>
                    <a:pt x="189" y="2639"/>
                  </a:lnTo>
                  <a:lnTo>
                    <a:pt x="189" y="189"/>
                  </a:lnTo>
                  <a:close/>
                  <a:moveTo>
                    <a:pt x="102" y="1"/>
                  </a:moveTo>
                  <a:cubicBezTo>
                    <a:pt x="44" y="1"/>
                    <a:pt x="1" y="44"/>
                    <a:pt x="1" y="88"/>
                  </a:cubicBezTo>
                  <a:lnTo>
                    <a:pt x="1" y="2740"/>
                  </a:lnTo>
                  <a:cubicBezTo>
                    <a:pt x="1" y="2784"/>
                    <a:pt x="44" y="2827"/>
                    <a:pt x="102" y="2827"/>
                  </a:cubicBezTo>
                  <a:lnTo>
                    <a:pt x="2856" y="2827"/>
                  </a:lnTo>
                  <a:cubicBezTo>
                    <a:pt x="2900" y="2827"/>
                    <a:pt x="2943" y="2784"/>
                    <a:pt x="2943" y="2740"/>
                  </a:cubicBezTo>
                  <a:lnTo>
                    <a:pt x="2943" y="88"/>
                  </a:lnTo>
                  <a:cubicBezTo>
                    <a:pt x="2943" y="44"/>
                    <a:pt x="2900" y="1"/>
                    <a:pt x="28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-2396492" y="1855146"/>
              <a:ext cx="11773" cy="221879"/>
            </a:xfrm>
            <a:custGeom>
              <a:rect b="b" l="l" r="r" t="t"/>
              <a:pathLst>
                <a:path extrusionOk="0" h="3581" w="190">
                  <a:moveTo>
                    <a:pt x="103" y="1"/>
                  </a:moveTo>
                  <a:cubicBezTo>
                    <a:pt x="45" y="1"/>
                    <a:pt x="1" y="43"/>
                    <a:pt x="1" y="101"/>
                  </a:cubicBezTo>
                  <a:lnTo>
                    <a:pt x="1" y="3480"/>
                  </a:lnTo>
                  <a:cubicBezTo>
                    <a:pt x="1" y="3538"/>
                    <a:pt x="45" y="3581"/>
                    <a:pt x="103" y="3581"/>
                  </a:cubicBezTo>
                  <a:cubicBezTo>
                    <a:pt x="146" y="3581"/>
                    <a:pt x="190" y="3538"/>
                    <a:pt x="190" y="3480"/>
                  </a:cubicBezTo>
                  <a:lnTo>
                    <a:pt x="190" y="101"/>
                  </a:lnTo>
                  <a:cubicBezTo>
                    <a:pt x="190" y="43"/>
                    <a:pt x="146" y="1"/>
                    <a:pt x="1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-2396492" y="2228820"/>
              <a:ext cx="11773" cy="221879"/>
            </a:xfrm>
            <a:custGeom>
              <a:rect b="b" l="l" r="r" t="t"/>
              <a:pathLst>
                <a:path extrusionOk="0" h="3581" w="190">
                  <a:moveTo>
                    <a:pt x="103" y="0"/>
                  </a:moveTo>
                  <a:cubicBezTo>
                    <a:pt x="45" y="0"/>
                    <a:pt x="1" y="43"/>
                    <a:pt x="1" y="101"/>
                  </a:cubicBezTo>
                  <a:lnTo>
                    <a:pt x="1" y="3480"/>
                  </a:lnTo>
                  <a:cubicBezTo>
                    <a:pt x="1" y="3538"/>
                    <a:pt x="45" y="3581"/>
                    <a:pt x="103" y="3581"/>
                  </a:cubicBezTo>
                  <a:cubicBezTo>
                    <a:pt x="146" y="3581"/>
                    <a:pt x="190" y="3538"/>
                    <a:pt x="190" y="3480"/>
                  </a:cubicBezTo>
                  <a:lnTo>
                    <a:pt x="190" y="101"/>
                  </a:lnTo>
                  <a:cubicBezTo>
                    <a:pt x="190" y="43"/>
                    <a:pt x="146" y="0"/>
                    <a:pt x="1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341" y="-6858"/>
            <a:ext cx="9141319" cy="515721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2" name="Google Shape;162;p18"/>
          <p:cNvSpPr txBox="1"/>
          <p:nvPr>
            <p:ph idx="1" type="body"/>
          </p:nvPr>
        </p:nvSpPr>
        <p:spPr>
          <a:xfrm>
            <a:off x="720000" y="1215750"/>
            <a:ext cx="7704000" cy="12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1" y="-6858"/>
            <a:ext cx="9143998" cy="515721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>
            <a:off x="3221400" y="2626749"/>
            <a:ext cx="46593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19"/>
          <p:cNvSpPr txBox="1"/>
          <p:nvPr>
            <p:ph idx="2" type="subTitle"/>
          </p:nvPr>
        </p:nvSpPr>
        <p:spPr>
          <a:xfrm>
            <a:off x="3221400" y="3653025"/>
            <a:ext cx="46593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8" name="Google Shape;168;p19"/>
          <p:cNvSpPr txBox="1"/>
          <p:nvPr>
            <p:ph idx="3" type="subTitle"/>
          </p:nvPr>
        </p:nvSpPr>
        <p:spPr>
          <a:xfrm>
            <a:off x="3221400" y="1600474"/>
            <a:ext cx="46593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9" name="Google Shape;169;p19"/>
          <p:cNvSpPr txBox="1"/>
          <p:nvPr>
            <p:ph idx="4" type="subTitle"/>
          </p:nvPr>
        </p:nvSpPr>
        <p:spPr>
          <a:xfrm>
            <a:off x="3221400" y="2251451"/>
            <a:ext cx="4659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0" name="Google Shape;170;p19"/>
          <p:cNvSpPr txBox="1"/>
          <p:nvPr>
            <p:ph idx="5" type="subTitle"/>
          </p:nvPr>
        </p:nvSpPr>
        <p:spPr>
          <a:xfrm>
            <a:off x="3221400" y="3277727"/>
            <a:ext cx="4659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1" name="Google Shape;171;p19"/>
          <p:cNvSpPr txBox="1"/>
          <p:nvPr>
            <p:ph idx="6" type="subTitle"/>
          </p:nvPr>
        </p:nvSpPr>
        <p:spPr>
          <a:xfrm>
            <a:off x="3221400" y="1225175"/>
            <a:ext cx="46593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72" name="Google Shape;172;p19"/>
          <p:cNvSpPr/>
          <p:nvPr/>
        </p:nvSpPr>
        <p:spPr>
          <a:xfrm flipH="1" rot="-1164432">
            <a:off x="485709" y="4635591"/>
            <a:ext cx="9144101" cy="1533951"/>
          </a:xfrm>
          <a:custGeom>
            <a:rect b="b" l="l" r="r" t="t"/>
            <a:pathLst>
              <a:path extrusionOk="0" h="47304" w="281986">
                <a:moveTo>
                  <a:pt x="139742" y="0"/>
                </a:moveTo>
                <a:cubicBezTo>
                  <a:pt x="128653" y="0"/>
                  <a:pt x="122859" y="6646"/>
                  <a:pt x="117240" y="13075"/>
                </a:cubicBezTo>
                <a:cubicBezTo>
                  <a:pt x="111499" y="19628"/>
                  <a:pt x="105569" y="26413"/>
                  <a:pt x="94000" y="26413"/>
                </a:cubicBezTo>
                <a:cubicBezTo>
                  <a:pt x="82199" y="26413"/>
                  <a:pt x="76198" y="31676"/>
                  <a:pt x="70399" y="36750"/>
                </a:cubicBezTo>
                <a:cubicBezTo>
                  <a:pt x="64644" y="41809"/>
                  <a:pt x="58700" y="47028"/>
                  <a:pt x="47000" y="47028"/>
                </a:cubicBezTo>
                <a:cubicBezTo>
                  <a:pt x="35302" y="47028"/>
                  <a:pt x="29343" y="41809"/>
                  <a:pt x="23588" y="36750"/>
                </a:cubicBezTo>
                <a:cubicBezTo>
                  <a:pt x="17789" y="31676"/>
                  <a:pt x="11801" y="26413"/>
                  <a:pt x="0" y="26413"/>
                </a:cubicBezTo>
                <a:lnTo>
                  <a:pt x="0" y="26703"/>
                </a:lnTo>
                <a:cubicBezTo>
                  <a:pt x="11700" y="26703"/>
                  <a:pt x="17644" y="31922"/>
                  <a:pt x="23399" y="36967"/>
                </a:cubicBezTo>
                <a:cubicBezTo>
                  <a:pt x="29198" y="42056"/>
                  <a:pt x="35199" y="47304"/>
                  <a:pt x="47000" y="47304"/>
                </a:cubicBezTo>
                <a:cubicBezTo>
                  <a:pt x="58801" y="47304"/>
                  <a:pt x="64789" y="42056"/>
                  <a:pt x="70588" y="36967"/>
                </a:cubicBezTo>
                <a:cubicBezTo>
                  <a:pt x="76342" y="31922"/>
                  <a:pt x="82301" y="26703"/>
                  <a:pt x="94000" y="26703"/>
                </a:cubicBezTo>
                <a:cubicBezTo>
                  <a:pt x="105700" y="26703"/>
                  <a:pt x="111673" y="19860"/>
                  <a:pt x="117456" y="13249"/>
                </a:cubicBezTo>
                <a:cubicBezTo>
                  <a:pt x="123281" y="6588"/>
                  <a:pt x="128795" y="276"/>
                  <a:pt x="139715" y="276"/>
                </a:cubicBezTo>
                <a:cubicBezTo>
                  <a:pt x="140131" y="276"/>
                  <a:pt x="140554" y="285"/>
                  <a:pt x="140986" y="304"/>
                </a:cubicBezTo>
                <a:cubicBezTo>
                  <a:pt x="152337" y="797"/>
                  <a:pt x="158122" y="9799"/>
                  <a:pt x="164240" y="19309"/>
                </a:cubicBezTo>
                <a:cubicBezTo>
                  <a:pt x="170168" y="28544"/>
                  <a:pt x="176315" y="38084"/>
                  <a:pt x="187971" y="39460"/>
                </a:cubicBezTo>
                <a:cubicBezTo>
                  <a:pt x="189576" y="39649"/>
                  <a:pt x="191074" y="39736"/>
                  <a:pt x="192480" y="39736"/>
                </a:cubicBezTo>
                <a:cubicBezTo>
                  <a:pt x="201143" y="39736"/>
                  <a:pt x="206325" y="36417"/>
                  <a:pt x="211775" y="32937"/>
                </a:cubicBezTo>
                <a:cubicBezTo>
                  <a:pt x="217676" y="29153"/>
                  <a:pt x="223794" y="25239"/>
                  <a:pt x="235000" y="24746"/>
                </a:cubicBezTo>
                <a:cubicBezTo>
                  <a:pt x="246829" y="24224"/>
                  <a:pt x="252773" y="18657"/>
                  <a:pt x="258529" y="13278"/>
                </a:cubicBezTo>
                <a:cubicBezTo>
                  <a:pt x="264531" y="7669"/>
                  <a:pt x="270185" y="2377"/>
                  <a:pt x="281986" y="2377"/>
                </a:cubicBezTo>
                <a:lnTo>
                  <a:pt x="281986" y="2087"/>
                </a:lnTo>
                <a:cubicBezTo>
                  <a:pt x="270083" y="2087"/>
                  <a:pt x="264110" y="7669"/>
                  <a:pt x="258340" y="13075"/>
                </a:cubicBezTo>
                <a:cubicBezTo>
                  <a:pt x="252628" y="18425"/>
                  <a:pt x="246713" y="23948"/>
                  <a:pt x="234986" y="24470"/>
                </a:cubicBezTo>
                <a:cubicBezTo>
                  <a:pt x="223707" y="24949"/>
                  <a:pt x="217560" y="28892"/>
                  <a:pt x="211616" y="32691"/>
                </a:cubicBezTo>
                <a:cubicBezTo>
                  <a:pt x="206208" y="36155"/>
                  <a:pt x="201067" y="39448"/>
                  <a:pt x="192503" y="39448"/>
                </a:cubicBezTo>
                <a:cubicBezTo>
                  <a:pt x="191104" y="39448"/>
                  <a:pt x="189613" y="39360"/>
                  <a:pt x="188015" y="39170"/>
                </a:cubicBezTo>
                <a:cubicBezTo>
                  <a:pt x="176475" y="37823"/>
                  <a:pt x="170371" y="28326"/>
                  <a:pt x="164471" y="19164"/>
                </a:cubicBezTo>
                <a:cubicBezTo>
                  <a:pt x="158310" y="9582"/>
                  <a:pt x="152497" y="521"/>
                  <a:pt x="141000" y="28"/>
                </a:cubicBezTo>
                <a:cubicBezTo>
                  <a:pt x="140573" y="9"/>
                  <a:pt x="140154" y="0"/>
                  <a:pt x="13974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0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341" y="-6858"/>
            <a:ext cx="9141319" cy="51572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6" name="Google Shape;176;p20"/>
          <p:cNvSpPr txBox="1"/>
          <p:nvPr>
            <p:ph idx="1" type="subTitle"/>
          </p:nvPr>
        </p:nvSpPr>
        <p:spPr>
          <a:xfrm>
            <a:off x="1640663" y="1825100"/>
            <a:ext cx="27642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7" name="Google Shape;177;p20"/>
          <p:cNvSpPr txBox="1"/>
          <p:nvPr>
            <p:ph idx="2" type="subTitle"/>
          </p:nvPr>
        </p:nvSpPr>
        <p:spPr>
          <a:xfrm>
            <a:off x="5391332" y="1825100"/>
            <a:ext cx="27642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0"/>
          <p:cNvSpPr txBox="1"/>
          <p:nvPr>
            <p:ph idx="3" type="subTitle"/>
          </p:nvPr>
        </p:nvSpPr>
        <p:spPr>
          <a:xfrm>
            <a:off x="1640663" y="3485675"/>
            <a:ext cx="27642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20"/>
          <p:cNvSpPr txBox="1"/>
          <p:nvPr>
            <p:ph idx="4" type="subTitle"/>
          </p:nvPr>
        </p:nvSpPr>
        <p:spPr>
          <a:xfrm>
            <a:off x="5391332" y="3485675"/>
            <a:ext cx="27642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0" name="Google Shape;180;p20"/>
          <p:cNvSpPr txBox="1"/>
          <p:nvPr>
            <p:ph idx="5" type="subTitle"/>
          </p:nvPr>
        </p:nvSpPr>
        <p:spPr>
          <a:xfrm>
            <a:off x="1640662" y="1455550"/>
            <a:ext cx="27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1" name="Google Shape;181;p20"/>
          <p:cNvSpPr txBox="1"/>
          <p:nvPr>
            <p:ph idx="6" type="subTitle"/>
          </p:nvPr>
        </p:nvSpPr>
        <p:spPr>
          <a:xfrm>
            <a:off x="1640662" y="3116200"/>
            <a:ext cx="27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2" name="Google Shape;182;p20"/>
          <p:cNvSpPr txBox="1"/>
          <p:nvPr>
            <p:ph idx="7" type="subTitle"/>
          </p:nvPr>
        </p:nvSpPr>
        <p:spPr>
          <a:xfrm>
            <a:off x="5391306" y="1455550"/>
            <a:ext cx="27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3" name="Google Shape;183;p20"/>
          <p:cNvSpPr txBox="1"/>
          <p:nvPr>
            <p:ph idx="8" type="subTitle"/>
          </p:nvPr>
        </p:nvSpPr>
        <p:spPr>
          <a:xfrm>
            <a:off x="5391306" y="3116200"/>
            <a:ext cx="2764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84" name="Google Shape;184;p20"/>
          <p:cNvSpPr/>
          <p:nvPr/>
        </p:nvSpPr>
        <p:spPr>
          <a:xfrm flipH="1">
            <a:off x="1711250" y="-867100"/>
            <a:ext cx="9144101" cy="2377428"/>
          </a:xfrm>
          <a:custGeom>
            <a:rect b="b" l="l" r="r" t="t"/>
            <a:pathLst>
              <a:path extrusionOk="0" h="73270" w="281986">
                <a:moveTo>
                  <a:pt x="187986" y="1"/>
                </a:moveTo>
                <a:cubicBezTo>
                  <a:pt x="175851" y="1"/>
                  <a:pt x="169617" y="9932"/>
                  <a:pt x="163602" y="19529"/>
                </a:cubicBezTo>
                <a:cubicBezTo>
                  <a:pt x="157875" y="28647"/>
                  <a:pt x="151960" y="38086"/>
                  <a:pt x="140971" y="39288"/>
                </a:cubicBezTo>
                <a:cubicBezTo>
                  <a:pt x="139120" y="39493"/>
                  <a:pt x="137397" y="39586"/>
                  <a:pt x="135781" y="39586"/>
                </a:cubicBezTo>
                <a:cubicBezTo>
                  <a:pt x="126973" y="39586"/>
                  <a:pt x="121388" y="36806"/>
                  <a:pt x="115949" y="34098"/>
                </a:cubicBezTo>
                <a:cubicBezTo>
                  <a:pt x="110806" y="31527"/>
                  <a:pt x="105905" y="29087"/>
                  <a:pt x="98650" y="29087"/>
                </a:cubicBezTo>
                <a:cubicBezTo>
                  <a:pt x="97192" y="29087"/>
                  <a:pt x="95640" y="29185"/>
                  <a:pt x="93971" y="29401"/>
                </a:cubicBezTo>
                <a:cubicBezTo>
                  <a:pt x="81461" y="31025"/>
                  <a:pt x="74560" y="41362"/>
                  <a:pt x="67876" y="51365"/>
                </a:cubicBezTo>
                <a:cubicBezTo>
                  <a:pt x="61903" y="60295"/>
                  <a:pt x="56249" y="68732"/>
                  <a:pt x="46957" y="71414"/>
                </a:cubicBezTo>
                <a:cubicBezTo>
                  <a:pt x="43103" y="72530"/>
                  <a:pt x="39654" y="72985"/>
                  <a:pt x="36493" y="72985"/>
                </a:cubicBezTo>
                <a:cubicBezTo>
                  <a:pt x="29390" y="72985"/>
                  <a:pt x="23741" y="70690"/>
                  <a:pt x="18224" y="68443"/>
                </a:cubicBezTo>
                <a:cubicBezTo>
                  <a:pt x="12715" y="66210"/>
                  <a:pt x="7032" y="63890"/>
                  <a:pt x="0" y="63890"/>
                </a:cubicBezTo>
                <a:lnTo>
                  <a:pt x="0" y="64180"/>
                </a:lnTo>
                <a:cubicBezTo>
                  <a:pt x="6974" y="64180"/>
                  <a:pt x="12642" y="66485"/>
                  <a:pt x="18122" y="68703"/>
                </a:cubicBezTo>
                <a:cubicBezTo>
                  <a:pt x="23675" y="70965"/>
                  <a:pt x="29358" y="73269"/>
                  <a:pt x="36504" y="73269"/>
                </a:cubicBezTo>
                <a:cubicBezTo>
                  <a:pt x="39680" y="73269"/>
                  <a:pt x="43159" y="72806"/>
                  <a:pt x="47029" y="71690"/>
                </a:cubicBezTo>
                <a:cubicBezTo>
                  <a:pt x="56438" y="68978"/>
                  <a:pt x="62106" y="60498"/>
                  <a:pt x="68108" y="51510"/>
                </a:cubicBezTo>
                <a:cubicBezTo>
                  <a:pt x="74748" y="41579"/>
                  <a:pt x="81635" y="31301"/>
                  <a:pt x="94015" y="29691"/>
                </a:cubicBezTo>
                <a:cubicBezTo>
                  <a:pt x="95674" y="29474"/>
                  <a:pt x="97217" y="29376"/>
                  <a:pt x="98667" y="29376"/>
                </a:cubicBezTo>
                <a:cubicBezTo>
                  <a:pt x="105845" y="29376"/>
                  <a:pt x="110716" y="31800"/>
                  <a:pt x="115819" y="34345"/>
                </a:cubicBezTo>
                <a:cubicBezTo>
                  <a:pt x="121289" y="37068"/>
                  <a:pt x="126926" y="39874"/>
                  <a:pt x="135810" y="39874"/>
                </a:cubicBezTo>
                <a:cubicBezTo>
                  <a:pt x="137426" y="39874"/>
                  <a:pt x="139150" y="39781"/>
                  <a:pt x="141000" y="39578"/>
                </a:cubicBezTo>
                <a:cubicBezTo>
                  <a:pt x="152120" y="38346"/>
                  <a:pt x="158078" y="28850"/>
                  <a:pt x="163834" y="19674"/>
                </a:cubicBezTo>
                <a:cubicBezTo>
                  <a:pt x="170096" y="9700"/>
                  <a:pt x="176011" y="277"/>
                  <a:pt x="187986" y="277"/>
                </a:cubicBezTo>
                <a:cubicBezTo>
                  <a:pt x="200077" y="277"/>
                  <a:pt x="205918" y="7887"/>
                  <a:pt x="212094" y="15934"/>
                </a:cubicBezTo>
                <a:cubicBezTo>
                  <a:pt x="217806" y="23370"/>
                  <a:pt x="223707" y="31054"/>
                  <a:pt x="234971" y="32809"/>
                </a:cubicBezTo>
                <a:cubicBezTo>
                  <a:pt x="237288" y="33168"/>
                  <a:pt x="239388" y="33326"/>
                  <a:pt x="241322" y="33326"/>
                </a:cubicBezTo>
                <a:cubicBezTo>
                  <a:pt x="248362" y="33326"/>
                  <a:pt x="253189" y="31223"/>
                  <a:pt x="258239" y="29039"/>
                </a:cubicBezTo>
                <a:cubicBezTo>
                  <a:pt x="264110" y="26488"/>
                  <a:pt x="270765" y="23588"/>
                  <a:pt x="281986" y="23588"/>
                </a:cubicBezTo>
                <a:lnTo>
                  <a:pt x="281986" y="23312"/>
                </a:lnTo>
                <a:cubicBezTo>
                  <a:pt x="270707" y="23312"/>
                  <a:pt x="264023" y="26212"/>
                  <a:pt x="258123" y="28778"/>
                </a:cubicBezTo>
                <a:cubicBezTo>
                  <a:pt x="252935" y="31034"/>
                  <a:pt x="248290" y="33053"/>
                  <a:pt x="241459" y="33053"/>
                </a:cubicBezTo>
                <a:cubicBezTo>
                  <a:pt x="239510" y="33053"/>
                  <a:pt x="237383" y="32889"/>
                  <a:pt x="235015" y="32519"/>
                </a:cubicBezTo>
                <a:cubicBezTo>
                  <a:pt x="223852" y="30793"/>
                  <a:pt x="217995" y="23153"/>
                  <a:pt x="212312" y="15774"/>
                </a:cubicBezTo>
                <a:cubicBezTo>
                  <a:pt x="206092" y="7655"/>
                  <a:pt x="200206" y="1"/>
                  <a:pt x="1879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3720" y="0"/>
            <a:ext cx="913656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877804" y="1710161"/>
            <a:ext cx="1975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9" name="Google Shape;189;p21"/>
          <p:cNvSpPr txBox="1"/>
          <p:nvPr>
            <p:ph idx="2" type="subTitle"/>
          </p:nvPr>
        </p:nvSpPr>
        <p:spPr>
          <a:xfrm>
            <a:off x="3583649" y="1710161"/>
            <a:ext cx="1975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3" type="subTitle"/>
          </p:nvPr>
        </p:nvSpPr>
        <p:spPr>
          <a:xfrm>
            <a:off x="877804" y="3440450"/>
            <a:ext cx="1975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1" name="Google Shape;191;p21"/>
          <p:cNvSpPr txBox="1"/>
          <p:nvPr>
            <p:ph idx="4" type="subTitle"/>
          </p:nvPr>
        </p:nvSpPr>
        <p:spPr>
          <a:xfrm>
            <a:off x="3584400" y="3440450"/>
            <a:ext cx="1975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5" type="subTitle"/>
          </p:nvPr>
        </p:nvSpPr>
        <p:spPr>
          <a:xfrm>
            <a:off x="6290996" y="1710161"/>
            <a:ext cx="1975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21"/>
          <p:cNvSpPr txBox="1"/>
          <p:nvPr>
            <p:ph idx="6" type="subTitle"/>
          </p:nvPr>
        </p:nvSpPr>
        <p:spPr>
          <a:xfrm>
            <a:off x="6290996" y="3440450"/>
            <a:ext cx="19752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21"/>
          <p:cNvSpPr txBox="1"/>
          <p:nvPr>
            <p:ph idx="7" type="subTitle"/>
          </p:nvPr>
        </p:nvSpPr>
        <p:spPr>
          <a:xfrm>
            <a:off x="876304" y="1336263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8" type="subTitle"/>
          </p:nvPr>
        </p:nvSpPr>
        <p:spPr>
          <a:xfrm>
            <a:off x="3582149" y="1336263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6" name="Google Shape;196;p21"/>
          <p:cNvSpPr txBox="1"/>
          <p:nvPr>
            <p:ph idx="9" type="subTitle"/>
          </p:nvPr>
        </p:nvSpPr>
        <p:spPr>
          <a:xfrm>
            <a:off x="6289496" y="1336263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7" name="Google Shape;197;p21"/>
          <p:cNvSpPr txBox="1"/>
          <p:nvPr>
            <p:ph idx="13" type="subTitle"/>
          </p:nvPr>
        </p:nvSpPr>
        <p:spPr>
          <a:xfrm>
            <a:off x="876304" y="30633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8" name="Google Shape;198;p21"/>
          <p:cNvSpPr txBox="1"/>
          <p:nvPr>
            <p:ph idx="14" type="subTitle"/>
          </p:nvPr>
        </p:nvSpPr>
        <p:spPr>
          <a:xfrm>
            <a:off x="3582149" y="30633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99" name="Google Shape;199;p21"/>
          <p:cNvSpPr txBox="1"/>
          <p:nvPr>
            <p:ph idx="15" type="subTitle"/>
          </p:nvPr>
        </p:nvSpPr>
        <p:spPr>
          <a:xfrm>
            <a:off x="6289496" y="30633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b="1" sz="2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00" name="Google Shape;200;p21"/>
          <p:cNvGrpSpPr/>
          <p:nvPr/>
        </p:nvGrpSpPr>
        <p:grpSpPr>
          <a:xfrm>
            <a:off x="8347804" y="139974"/>
            <a:ext cx="777968" cy="1568368"/>
            <a:chOff x="8347804" y="139974"/>
            <a:chExt cx="777968" cy="1568368"/>
          </a:xfrm>
        </p:grpSpPr>
        <p:sp>
          <p:nvSpPr>
            <p:cNvPr id="201" name="Google Shape;201;p21"/>
            <p:cNvSpPr/>
            <p:nvPr/>
          </p:nvSpPr>
          <p:spPr>
            <a:xfrm>
              <a:off x="8433183" y="139974"/>
              <a:ext cx="11711" cy="221879"/>
            </a:xfrm>
            <a:custGeom>
              <a:rect b="b" l="l" r="r" t="t"/>
              <a:pathLst>
                <a:path extrusionOk="0" h="3581" w="189">
                  <a:moveTo>
                    <a:pt x="101" y="1"/>
                  </a:moveTo>
                  <a:cubicBezTo>
                    <a:pt x="43" y="1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8"/>
                    <a:pt x="43" y="3581"/>
                    <a:pt x="101" y="3581"/>
                  </a:cubicBezTo>
                  <a:cubicBezTo>
                    <a:pt x="146" y="3581"/>
                    <a:pt x="188" y="3538"/>
                    <a:pt x="188" y="3494"/>
                  </a:cubicBezTo>
                  <a:lnTo>
                    <a:pt x="188" y="102"/>
                  </a:lnTo>
                  <a:cubicBezTo>
                    <a:pt x="188" y="44"/>
                    <a:pt x="146" y="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8433183" y="1027410"/>
              <a:ext cx="11711" cy="221941"/>
            </a:xfrm>
            <a:custGeom>
              <a:rect b="b" l="l" r="r" t="t"/>
              <a:pathLst>
                <a:path extrusionOk="0" h="3582" w="189">
                  <a:moveTo>
                    <a:pt x="101" y="1"/>
                  </a:moveTo>
                  <a:cubicBezTo>
                    <a:pt x="43" y="1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8"/>
                    <a:pt x="43" y="3581"/>
                    <a:pt x="101" y="3581"/>
                  </a:cubicBezTo>
                  <a:cubicBezTo>
                    <a:pt x="146" y="3581"/>
                    <a:pt x="188" y="3538"/>
                    <a:pt x="188" y="3494"/>
                  </a:cubicBezTo>
                  <a:lnTo>
                    <a:pt x="188" y="102"/>
                  </a:lnTo>
                  <a:cubicBezTo>
                    <a:pt x="188" y="44"/>
                    <a:pt x="146" y="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3" name="Google Shape;203;p21"/>
            <p:cNvGrpSpPr/>
            <p:nvPr/>
          </p:nvGrpSpPr>
          <p:grpSpPr>
            <a:xfrm>
              <a:off x="8347804" y="143567"/>
              <a:ext cx="777968" cy="1354624"/>
              <a:chOff x="8347804" y="143567"/>
              <a:chExt cx="777968" cy="1354624"/>
            </a:xfrm>
          </p:grpSpPr>
          <p:sp>
            <p:nvSpPr>
              <p:cNvPr id="204" name="Google Shape;204;p21"/>
              <p:cNvSpPr/>
              <p:nvPr/>
            </p:nvSpPr>
            <p:spPr>
              <a:xfrm>
                <a:off x="8354124" y="356396"/>
                <a:ext cx="170769" cy="677347"/>
              </a:xfrm>
              <a:custGeom>
                <a:rect b="b" l="l" r="r" t="t"/>
                <a:pathLst>
                  <a:path extrusionOk="0" h="10932" w="2756">
                    <a:moveTo>
                      <a:pt x="1" y="1"/>
                    </a:moveTo>
                    <a:lnTo>
                      <a:pt x="1" y="10932"/>
                    </a:lnTo>
                    <a:lnTo>
                      <a:pt x="2755" y="10932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1"/>
              <p:cNvSpPr/>
              <p:nvPr/>
            </p:nvSpPr>
            <p:spPr>
              <a:xfrm>
                <a:off x="8347804" y="350200"/>
                <a:ext cx="182480" cy="688933"/>
              </a:xfrm>
              <a:custGeom>
                <a:rect b="b" l="l" r="r" t="t"/>
                <a:pathLst>
                  <a:path extrusionOk="0" h="11119" w="2945">
                    <a:moveTo>
                      <a:pt x="2755" y="188"/>
                    </a:moveTo>
                    <a:lnTo>
                      <a:pt x="2755" y="10931"/>
                    </a:lnTo>
                    <a:lnTo>
                      <a:pt x="190" y="10931"/>
                    </a:lnTo>
                    <a:lnTo>
                      <a:pt x="190" y="188"/>
                    </a:lnTo>
                    <a:close/>
                    <a:moveTo>
                      <a:pt x="103" y="0"/>
                    </a:moveTo>
                    <a:cubicBezTo>
                      <a:pt x="45" y="0"/>
                      <a:pt x="1" y="43"/>
                      <a:pt x="1" y="101"/>
                    </a:cubicBezTo>
                    <a:lnTo>
                      <a:pt x="1" y="11032"/>
                    </a:lnTo>
                    <a:cubicBezTo>
                      <a:pt x="1" y="11090"/>
                      <a:pt x="45" y="11119"/>
                      <a:pt x="103" y="11119"/>
                    </a:cubicBezTo>
                    <a:lnTo>
                      <a:pt x="2857" y="11119"/>
                    </a:lnTo>
                    <a:cubicBezTo>
                      <a:pt x="2915" y="11119"/>
                      <a:pt x="2944" y="11090"/>
                      <a:pt x="2944" y="11032"/>
                    </a:cubicBezTo>
                    <a:lnTo>
                      <a:pt x="2944" y="101"/>
                    </a:lnTo>
                    <a:cubicBezTo>
                      <a:pt x="2944" y="43"/>
                      <a:pt x="2915" y="0"/>
                      <a:pt x="28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1"/>
              <p:cNvSpPr/>
              <p:nvPr/>
            </p:nvSpPr>
            <p:spPr>
              <a:xfrm>
                <a:off x="8651403" y="359989"/>
                <a:ext cx="170769" cy="163574"/>
              </a:xfrm>
              <a:custGeom>
                <a:rect b="b" l="l" r="r" t="t"/>
                <a:pathLst>
                  <a:path extrusionOk="0" h="2640" w="2756">
                    <a:moveTo>
                      <a:pt x="1" y="1"/>
                    </a:moveTo>
                    <a:lnTo>
                      <a:pt x="1" y="2639"/>
                    </a:lnTo>
                    <a:lnTo>
                      <a:pt x="2755" y="2639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1"/>
              <p:cNvSpPr/>
              <p:nvPr/>
            </p:nvSpPr>
            <p:spPr>
              <a:xfrm>
                <a:off x="8646013" y="353793"/>
                <a:ext cx="182480" cy="175161"/>
              </a:xfrm>
              <a:custGeom>
                <a:rect b="b" l="l" r="r" t="t"/>
                <a:pathLst>
                  <a:path extrusionOk="0" h="2827" w="2945">
                    <a:moveTo>
                      <a:pt x="2755" y="188"/>
                    </a:moveTo>
                    <a:lnTo>
                      <a:pt x="2755" y="2639"/>
                    </a:lnTo>
                    <a:lnTo>
                      <a:pt x="190" y="2639"/>
                    </a:lnTo>
                    <a:lnTo>
                      <a:pt x="190" y="188"/>
                    </a:lnTo>
                    <a:close/>
                    <a:moveTo>
                      <a:pt x="88" y="0"/>
                    </a:moveTo>
                    <a:cubicBezTo>
                      <a:pt x="45" y="0"/>
                      <a:pt x="1" y="43"/>
                      <a:pt x="1" y="101"/>
                    </a:cubicBezTo>
                    <a:lnTo>
                      <a:pt x="1" y="2739"/>
                    </a:lnTo>
                    <a:cubicBezTo>
                      <a:pt x="1" y="2783"/>
                      <a:pt x="45" y="2826"/>
                      <a:pt x="88" y="2826"/>
                    </a:cubicBezTo>
                    <a:lnTo>
                      <a:pt x="2842" y="2826"/>
                    </a:lnTo>
                    <a:cubicBezTo>
                      <a:pt x="2900" y="2826"/>
                      <a:pt x="2944" y="2783"/>
                      <a:pt x="2944" y="2739"/>
                    </a:cubicBezTo>
                    <a:lnTo>
                      <a:pt x="2944" y="101"/>
                    </a:lnTo>
                    <a:cubicBezTo>
                      <a:pt x="2944" y="43"/>
                      <a:pt x="2900" y="0"/>
                      <a:pt x="2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1"/>
              <p:cNvSpPr/>
              <p:nvPr/>
            </p:nvSpPr>
            <p:spPr>
              <a:xfrm>
                <a:off x="8731393" y="143567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88" y="1"/>
                    </a:moveTo>
                    <a:cubicBezTo>
                      <a:pt x="44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1"/>
              <p:cNvSpPr/>
              <p:nvPr/>
            </p:nvSpPr>
            <p:spPr>
              <a:xfrm>
                <a:off x="8731393" y="517241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88" y="1"/>
                    </a:moveTo>
                    <a:cubicBezTo>
                      <a:pt x="44" y="1"/>
                      <a:pt x="1" y="43"/>
                      <a:pt x="1" y="101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1"/>
                    </a:lnTo>
                    <a:cubicBezTo>
                      <a:pt x="188" y="43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1"/>
              <p:cNvSpPr/>
              <p:nvPr/>
            </p:nvSpPr>
            <p:spPr>
              <a:xfrm>
                <a:off x="8948745" y="538803"/>
                <a:ext cx="171636" cy="953998"/>
              </a:xfrm>
              <a:custGeom>
                <a:rect b="b" l="l" r="r" t="t"/>
                <a:pathLst>
                  <a:path extrusionOk="0" h="15397" w="2770">
                    <a:moveTo>
                      <a:pt x="1" y="0"/>
                    </a:moveTo>
                    <a:lnTo>
                      <a:pt x="1" y="15396"/>
                    </a:lnTo>
                    <a:lnTo>
                      <a:pt x="2769" y="15396"/>
                    </a:lnTo>
                    <a:lnTo>
                      <a:pt x="2769" y="0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1"/>
              <p:cNvSpPr/>
              <p:nvPr/>
            </p:nvSpPr>
            <p:spPr>
              <a:xfrm>
                <a:off x="8943355" y="532483"/>
                <a:ext cx="182418" cy="965709"/>
              </a:xfrm>
              <a:custGeom>
                <a:rect b="b" l="l" r="r" t="t"/>
                <a:pathLst>
                  <a:path extrusionOk="0" h="15586" w="2944">
                    <a:moveTo>
                      <a:pt x="2755" y="189"/>
                    </a:moveTo>
                    <a:lnTo>
                      <a:pt x="2755" y="15396"/>
                    </a:lnTo>
                    <a:lnTo>
                      <a:pt x="189" y="15396"/>
                    </a:lnTo>
                    <a:lnTo>
                      <a:pt x="189" y="189"/>
                    </a:lnTo>
                    <a:close/>
                    <a:moveTo>
                      <a:pt x="88" y="0"/>
                    </a:moveTo>
                    <a:cubicBezTo>
                      <a:pt x="44" y="0"/>
                      <a:pt x="1" y="44"/>
                      <a:pt x="1" y="102"/>
                    </a:cubicBezTo>
                    <a:lnTo>
                      <a:pt x="1" y="15498"/>
                    </a:lnTo>
                    <a:cubicBezTo>
                      <a:pt x="1" y="15541"/>
                      <a:pt x="44" y="15585"/>
                      <a:pt x="88" y="15585"/>
                    </a:cubicBezTo>
                    <a:lnTo>
                      <a:pt x="2856" y="15585"/>
                    </a:lnTo>
                    <a:cubicBezTo>
                      <a:pt x="2900" y="15585"/>
                      <a:pt x="2943" y="15541"/>
                      <a:pt x="2943" y="15498"/>
                    </a:cubicBezTo>
                    <a:lnTo>
                      <a:pt x="2943" y="102"/>
                    </a:lnTo>
                    <a:cubicBezTo>
                      <a:pt x="2943" y="44"/>
                      <a:pt x="2900" y="0"/>
                      <a:pt x="28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1"/>
              <p:cNvSpPr/>
              <p:nvPr/>
            </p:nvSpPr>
            <p:spPr>
              <a:xfrm>
                <a:off x="9028672" y="322318"/>
                <a:ext cx="11773" cy="221941"/>
              </a:xfrm>
              <a:custGeom>
                <a:rect b="b" l="l" r="r" t="t"/>
                <a:pathLst>
                  <a:path extrusionOk="0" h="3582" w="190">
                    <a:moveTo>
                      <a:pt x="88" y="0"/>
                    </a:moveTo>
                    <a:cubicBezTo>
                      <a:pt x="45" y="0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7"/>
                      <a:pt x="45" y="3581"/>
                      <a:pt x="88" y="3581"/>
                    </a:cubicBezTo>
                    <a:cubicBezTo>
                      <a:pt x="146" y="3581"/>
                      <a:pt x="190" y="3537"/>
                      <a:pt x="190" y="3494"/>
                    </a:cubicBezTo>
                    <a:lnTo>
                      <a:pt x="190" y="102"/>
                    </a:lnTo>
                    <a:cubicBezTo>
                      <a:pt x="190" y="44"/>
                      <a:pt x="146" y="0"/>
                      <a:pt x="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3" name="Google Shape;213;p21"/>
            <p:cNvSpPr/>
            <p:nvPr/>
          </p:nvSpPr>
          <p:spPr>
            <a:xfrm>
              <a:off x="9028672" y="1486401"/>
              <a:ext cx="11773" cy="221941"/>
            </a:xfrm>
            <a:custGeom>
              <a:rect b="b" l="l" r="r" t="t"/>
              <a:pathLst>
                <a:path extrusionOk="0" h="3582" w="190">
                  <a:moveTo>
                    <a:pt x="88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3495"/>
                  </a:lnTo>
                  <a:cubicBezTo>
                    <a:pt x="1" y="3538"/>
                    <a:pt x="45" y="3582"/>
                    <a:pt x="88" y="3582"/>
                  </a:cubicBezTo>
                  <a:cubicBezTo>
                    <a:pt x="146" y="3582"/>
                    <a:pt x="190" y="3538"/>
                    <a:pt x="190" y="3495"/>
                  </a:cubicBezTo>
                  <a:lnTo>
                    <a:pt x="190" y="102"/>
                  </a:lnTo>
                  <a:cubicBezTo>
                    <a:pt x="190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3720" y="0"/>
            <a:ext cx="913656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>
            <p:ph type="title"/>
          </p:nvPr>
        </p:nvSpPr>
        <p:spPr>
          <a:xfrm>
            <a:off x="713225" y="540000"/>
            <a:ext cx="4151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7" name="Google Shape;217;p22"/>
          <p:cNvSpPr txBox="1"/>
          <p:nvPr>
            <p:ph idx="1" type="subTitle"/>
          </p:nvPr>
        </p:nvSpPr>
        <p:spPr>
          <a:xfrm>
            <a:off x="713225" y="1689050"/>
            <a:ext cx="4151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8" name="Google Shape;218;p22"/>
          <p:cNvSpPr txBox="1"/>
          <p:nvPr/>
        </p:nvSpPr>
        <p:spPr>
          <a:xfrm>
            <a:off x="713225" y="382970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11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" sz="11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b="1" sz="1100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3720" y="0"/>
            <a:ext cx="9136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23"/>
          <p:cNvGrpSpPr/>
          <p:nvPr/>
        </p:nvGrpSpPr>
        <p:grpSpPr>
          <a:xfrm>
            <a:off x="-50130" y="2852650"/>
            <a:ext cx="9244147" cy="2638311"/>
            <a:chOff x="-50130" y="2852650"/>
            <a:chExt cx="9244147" cy="2638311"/>
          </a:xfrm>
        </p:grpSpPr>
        <p:sp>
          <p:nvSpPr>
            <p:cNvPr id="222" name="Google Shape;222;p23"/>
            <p:cNvSpPr/>
            <p:nvPr/>
          </p:nvSpPr>
          <p:spPr>
            <a:xfrm flipH="1" rot="-305187">
              <a:off x="-135" y="3554666"/>
              <a:ext cx="9144157" cy="1533960"/>
            </a:xfrm>
            <a:custGeom>
              <a:rect b="b" l="l" r="r" t="t"/>
              <a:pathLst>
                <a:path extrusionOk="0" h="47304" w="281986">
                  <a:moveTo>
                    <a:pt x="139742" y="0"/>
                  </a:moveTo>
                  <a:cubicBezTo>
                    <a:pt x="128653" y="0"/>
                    <a:pt x="122859" y="6646"/>
                    <a:pt x="117240" y="13075"/>
                  </a:cubicBezTo>
                  <a:cubicBezTo>
                    <a:pt x="111499" y="19628"/>
                    <a:pt x="105569" y="26413"/>
                    <a:pt x="94000" y="26413"/>
                  </a:cubicBezTo>
                  <a:cubicBezTo>
                    <a:pt x="82199" y="26413"/>
                    <a:pt x="76198" y="31676"/>
                    <a:pt x="70399" y="36750"/>
                  </a:cubicBezTo>
                  <a:cubicBezTo>
                    <a:pt x="64644" y="41809"/>
                    <a:pt x="58700" y="47028"/>
                    <a:pt x="47000" y="47028"/>
                  </a:cubicBezTo>
                  <a:cubicBezTo>
                    <a:pt x="35302" y="47028"/>
                    <a:pt x="29343" y="41809"/>
                    <a:pt x="23588" y="36750"/>
                  </a:cubicBezTo>
                  <a:cubicBezTo>
                    <a:pt x="17789" y="31676"/>
                    <a:pt x="11801" y="26413"/>
                    <a:pt x="0" y="26413"/>
                  </a:cubicBezTo>
                  <a:lnTo>
                    <a:pt x="0" y="26703"/>
                  </a:lnTo>
                  <a:cubicBezTo>
                    <a:pt x="11700" y="26703"/>
                    <a:pt x="17644" y="31922"/>
                    <a:pt x="23399" y="36967"/>
                  </a:cubicBezTo>
                  <a:cubicBezTo>
                    <a:pt x="29198" y="42056"/>
                    <a:pt x="35199" y="47304"/>
                    <a:pt x="47000" y="47304"/>
                  </a:cubicBezTo>
                  <a:cubicBezTo>
                    <a:pt x="58801" y="47304"/>
                    <a:pt x="64789" y="42056"/>
                    <a:pt x="70588" y="36967"/>
                  </a:cubicBezTo>
                  <a:cubicBezTo>
                    <a:pt x="76342" y="31922"/>
                    <a:pt x="82301" y="26703"/>
                    <a:pt x="94000" y="26703"/>
                  </a:cubicBezTo>
                  <a:cubicBezTo>
                    <a:pt x="105700" y="26703"/>
                    <a:pt x="111673" y="19860"/>
                    <a:pt x="117456" y="13249"/>
                  </a:cubicBezTo>
                  <a:cubicBezTo>
                    <a:pt x="123281" y="6588"/>
                    <a:pt x="128795" y="276"/>
                    <a:pt x="139715" y="276"/>
                  </a:cubicBezTo>
                  <a:cubicBezTo>
                    <a:pt x="140131" y="276"/>
                    <a:pt x="140554" y="285"/>
                    <a:pt x="140986" y="304"/>
                  </a:cubicBezTo>
                  <a:cubicBezTo>
                    <a:pt x="152337" y="797"/>
                    <a:pt x="158122" y="9799"/>
                    <a:pt x="164240" y="19309"/>
                  </a:cubicBezTo>
                  <a:cubicBezTo>
                    <a:pt x="170168" y="28544"/>
                    <a:pt x="176315" y="38084"/>
                    <a:pt x="187971" y="39460"/>
                  </a:cubicBezTo>
                  <a:cubicBezTo>
                    <a:pt x="189576" y="39649"/>
                    <a:pt x="191074" y="39736"/>
                    <a:pt x="192480" y="39736"/>
                  </a:cubicBezTo>
                  <a:cubicBezTo>
                    <a:pt x="201143" y="39736"/>
                    <a:pt x="206325" y="36417"/>
                    <a:pt x="211775" y="32937"/>
                  </a:cubicBezTo>
                  <a:cubicBezTo>
                    <a:pt x="217676" y="29153"/>
                    <a:pt x="223794" y="25239"/>
                    <a:pt x="235000" y="24746"/>
                  </a:cubicBezTo>
                  <a:cubicBezTo>
                    <a:pt x="246829" y="24224"/>
                    <a:pt x="252773" y="18657"/>
                    <a:pt x="258529" y="13278"/>
                  </a:cubicBezTo>
                  <a:cubicBezTo>
                    <a:pt x="264531" y="7669"/>
                    <a:pt x="270185" y="2377"/>
                    <a:pt x="281986" y="2377"/>
                  </a:cubicBezTo>
                  <a:lnTo>
                    <a:pt x="281986" y="2087"/>
                  </a:lnTo>
                  <a:cubicBezTo>
                    <a:pt x="270083" y="2087"/>
                    <a:pt x="264110" y="7669"/>
                    <a:pt x="258340" y="13075"/>
                  </a:cubicBezTo>
                  <a:cubicBezTo>
                    <a:pt x="252628" y="18425"/>
                    <a:pt x="246713" y="23948"/>
                    <a:pt x="234986" y="24470"/>
                  </a:cubicBezTo>
                  <a:cubicBezTo>
                    <a:pt x="223707" y="24949"/>
                    <a:pt x="217560" y="28892"/>
                    <a:pt x="211616" y="32691"/>
                  </a:cubicBezTo>
                  <a:cubicBezTo>
                    <a:pt x="206208" y="36155"/>
                    <a:pt x="201067" y="39448"/>
                    <a:pt x="192503" y="39448"/>
                  </a:cubicBezTo>
                  <a:cubicBezTo>
                    <a:pt x="191104" y="39448"/>
                    <a:pt x="189613" y="39360"/>
                    <a:pt x="188015" y="39170"/>
                  </a:cubicBezTo>
                  <a:cubicBezTo>
                    <a:pt x="176475" y="37823"/>
                    <a:pt x="170371" y="28326"/>
                    <a:pt x="164471" y="19164"/>
                  </a:cubicBezTo>
                  <a:cubicBezTo>
                    <a:pt x="158310" y="9582"/>
                    <a:pt x="152497" y="521"/>
                    <a:pt x="141000" y="28"/>
                  </a:cubicBezTo>
                  <a:cubicBezTo>
                    <a:pt x="140573" y="9"/>
                    <a:pt x="140154" y="0"/>
                    <a:pt x="1397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3"/>
            <p:cNvSpPr/>
            <p:nvPr/>
          </p:nvSpPr>
          <p:spPr>
            <a:xfrm>
              <a:off x="-100" y="2852650"/>
              <a:ext cx="9144101" cy="2377428"/>
            </a:xfrm>
            <a:custGeom>
              <a:rect b="b" l="l" r="r" t="t"/>
              <a:pathLst>
                <a:path extrusionOk="0" h="73270" w="281986">
                  <a:moveTo>
                    <a:pt x="187986" y="1"/>
                  </a:moveTo>
                  <a:cubicBezTo>
                    <a:pt x="175851" y="1"/>
                    <a:pt x="169617" y="9932"/>
                    <a:pt x="163602" y="19529"/>
                  </a:cubicBezTo>
                  <a:cubicBezTo>
                    <a:pt x="157875" y="28647"/>
                    <a:pt x="151960" y="38086"/>
                    <a:pt x="140971" y="39288"/>
                  </a:cubicBezTo>
                  <a:cubicBezTo>
                    <a:pt x="139120" y="39493"/>
                    <a:pt x="137397" y="39586"/>
                    <a:pt x="135781" y="39586"/>
                  </a:cubicBezTo>
                  <a:cubicBezTo>
                    <a:pt x="126973" y="39586"/>
                    <a:pt x="121388" y="36806"/>
                    <a:pt x="115949" y="34098"/>
                  </a:cubicBezTo>
                  <a:cubicBezTo>
                    <a:pt x="110806" y="31527"/>
                    <a:pt x="105905" y="29087"/>
                    <a:pt x="98650" y="29087"/>
                  </a:cubicBezTo>
                  <a:cubicBezTo>
                    <a:pt x="97192" y="29087"/>
                    <a:pt x="95640" y="29185"/>
                    <a:pt x="93971" y="29401"/>
                  </a:cubicBezTo>
                  <a:cubicBezTo>
                    <a:pt x="81461" y="31025"/>
                    <a:pt x="74560" y="41362"/>
                    <a:pt x="67876" y="51365"/>
                  </a:cubicBezTo>
                  <a:cubicBezTo>
                    <a:pt x="61903" y="60295"/>
                    <a:pt x="56249" y="68732"/>
                    <a:pt x="46957" y="71414"/>
                  </a:cubicBezTo>
                  <a:cubicBezTo>
                    <a:pt x="43103" y="72530"/>
                    <a:pt x="39654" y="72985"/>
                    <a:pt x="36493" y="72985"/>
                  </a:cubicBezTo>
                  <a:cubicBezTo>
                    <a:pt x="29390" y="72985"/>
                    <a:pt x="23741" y="70690"/>
                    <a:pt x="18224" y="68443"/>
                  </a:cubicBezTo>
                  <a:cubicBezTo>
                    <a:pt x="12715" y="66210"/>
                    <a:pt x="7032" y="63890"/>
                    <a:pt x="0" y="63890"/>
                  </a:cubicBezTo>
                  <a:lnTo>
                    <a:pt x="0" y="64180"/>
                  </a:lnTo>
                  <a:cubicBezTo>
                    <a:pt x="6974" y="64180"/>
                    <a:pt x="12642" y="66485"/>
                    <a:pt x="18122" y="68703"/>
                  </a:cubicBezTo>
                  <a:cubicBezTo>
                    <a:pt x="23675" y="70965"/>
                    <a:pt x="29358" y="73269"/>
                    <a:pt x="36504" y="73269"/>
                  </a:cubicBezTo>
                  <a:cubicBezTo>
                    <a:pt x="39680" y="73269"/>
                    <a:pt x="43159" y="72806"/>
                    <a:pt x="47029" y="71690"/>
                  </a:cubicBezTo>
                  <a:cubicBezTo>
                    <a:pt x="56438" y="68978"/>
                    <a:pt x="62106" y="60498"/>
                    <a:pt x="68108" y="51510"/>
                  </a:cubicBezTo>
                  <a:cubicBezTo>
                    <a:pt x="74748" y="41579"/>
                    <a:pt x="81635" y="31301"/>
                    <a:pt x="94015" y="29691"/>
                  </a:cubicBezTo>
                  <a:cubicBezTo>
                    <a:pt x="95674" y="29474"/>
                    <a:pt x="97217" y="29376"/>
                    <a:pt x="98667" y="29376"/>
                  </a:cubicBezTo>
                  <a:cubicBezTo>
                    <a:pt x="105845" y="29376"/>
                    <a:pt x="110716" y="31800"/>
                    <a:pt x="115819" y="34345"/>
                  </a:cubicBezTo>
                  <a:cubicBezTo>
                    <a:pt x="121289" y="37068"/>
                    <a:pt x="126926" y="39874"/>
                    <a:pt x="135810" y="39874"/>
                  </a:cubicBezTo>
                  <a:cubicBezTo>
                    <a:pt x="137426" y="39874"/>
                    <a:pt x="139150" y="39781"/>
                    <a:pt x="141000" y="39578"/>
                  </a:cubicBezTo>
                  <a:cubicBezTo>
                    <a:pt x="152120" y="38346"/>
                    <a:pt x="158078" y="28850"/>
                    <a:pt x="163834" y="19674"/>
                  </a:cubicBezTo>
                  <a:cubicBezTo>
                    <a:pt x="170096" y="9700"/>
                    <a:pt x="176011" y="277"/>
                    <a:pt x="187986" y="277"/>
                  </a:cubicBezTo>
                  <a:cubicBezTo>
                    <a:pt x="200077" y="277"/>
                    <a:pt x="205918" y="7887"/>
                    <a:pt x="212094" y="15934"/>
                  </a:cubicBezTo>
                  <a:cubicBezTo>
                    <a:pt x="217806" y="23370"/>
                    <a:pt x="223707" y="31054"/>
                    <a:pt x="234971" y="32809"/>
                  </a:cubicBezTo>
                  <a:cubicBezTo>
                    <a:pt x="237288" y="33168"/>
                    <a:pt x="239388" y="33326"/>
                    <a:pt x="241322" y="33326"/>
                  </a:cubicBezTo>
                  <a:cubicBezTo>
                    <a:pt x="248362" y="33326"/>
                    <a:pt x="253189" y="31223"/>
                    <a:pt x="258239" y="29039"/>
                  </a:cubicBezTo>
                  <a:cubicBezTo>
                    <a:pt x="264110" y="26488"/>
                    <a:pt x="270765" y="23588"/>
                    <a:pt x="281986" y="23588"/>
                  </a:cubicBezTo>
                  <a:lnTo>
                    <a:pt x="281986" y="23312"/>
                  </a:lnTo>
                  <a:cubicBezTo>
                    <a:pt x="270707" y="23312"/>
                    <a:pt x="264023" y="26212"/>
                    <a:pt x="258123" y="28778"/>
                  </a:cubicBezTo>
                  <a:cubicBezTo>
                    <a:pt x="252935" y="31034"/>
                    <a:pt x="248290" y="33053"/>
                    <a:pt x="241459" y="33053"/>
                  </a:cubicBezTo>
                  <a:cubicBezTo>
                    <a:pt x="239510" y="33053"/>
                    <a:pt x="237383" y="32889"/>
                    <a:pt x="235015" y="32519"/>
                  </a:cubicBezTo>
                  <a:cubicBezTo>
                    <a:pt x="223852" y="30793"/>
                    <a:pt x="217995" y="23153"/>
                    <a:pt x="212312" y="15774"/>
                  </a:cubicBezTo>
                  <a:cubicBezTo>
                    <a:pt x="206092" y="7655"/>
                    <a:pt x="200206" y="1"/>
                    <a:pt x="1879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341" y="-6858"/>
            <a:ext cx="9141319" cy="51572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24"/>
          <p:cNvGrpSpPr/>
          <p:nvPr/>
        </p:nvGrpSpPr>
        <p:grpSpPr>
          <a:xfrm>
            <a:off x="4302436" y="-600403"/>
            <a:ext cx="4823336" cy="2308744"/>
            <a:chOff x="4302436" y="-600403"/>
            <a:chExt cx="4823336" cy="2308744"/>
          </a:xfrm>
        </p:grpSpPr>
        <p:grpSp>
          <p:nvGrpSpPr>
            <p:cNvPr id="227" name="Google Shape;227;p24"/>
            <p:cNvGrpSpPr/>
            <p:nvPr/>
          </p:nvGrpSpPr>
          <p:grpSpPr>
            <a:xfrm>
              <a:off x="8347804" y="139974"/>
              <a:ext cx="777968" cy="1568368"/>
              <a:chOff x="8347804" y="139974"/>
              <a:chExt cx="777968" cy="1568368"/>
            </a:xfrm>
          </p:grpSpPr>
          <p:sp>
            <p:nvSpPr>
              <p:cNvPr id="228" name="Google Shape;228;p24"/>
              <p:cNvSpPr/>
              <p:nvPr/>
            </p:nvSpPr>
            <p:spPr>
              <a:xfrm>
                <a:off x="8433183" y="139974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101" y="1"/>
                    </a:moveTo>
                    <a:cubicBezTo>
                      <a:pt x="43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3" y="3581"/>
                      <a:pt x="101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1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24"/>
              <p:cNvSpPr/>
              <p:nvPr/>
            </p:nvSpPr>
            <p:spPr>
              <a:xfrm>
                <a:off x="8433183" y="1027410"/>
                <a:ext cx="11711" cy="221941"/>
              </a:xfrm>
              <a:custGeom>
                <a:rect b="b" l="l" r="r" t="t"/>
                <a:pathLst>
                  <a:path extrusionOk="0" h="3582" w="189">
                    <a:moveTo>
                      <a:pt x="101" y="1"/>
                    </a:moveTo>
                    <a:cubicBezTo>
                      <a:pt x="43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3" y="3581"/>
                      <a:pt x="101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1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30" name="Google Shape;230;p24"/>
              <p:cNvGrpSpPr/>
              <p:nvPr/>
            </p:nvGrpSpPr>
            <p:grpSpPr>
              <a:xfrm>
                <a:off x="8347804" y="143567"/>
                <a:ext cx="777968" cy="1354624"/>
                <a:chOff x="8347804" y="143567"/>
                <a:chExt cx="777968" cy="1354624"/>
              </a:xfrm>
            </p:grpSpPr>
            <p:sp>
              <p:nvSpPr>
                <p:cNvPr id="231" name="Google Shape;231;p24"/>
                <p:cNvSpPr/>
                <p:nvPr/>
              </p:nvSpPr>
              <p:spPr>
                <a:xfrm>
                  <a:off x="8354124" y="356396"/>
                  <a:ext cx="170769" cy="677347"/>
                </a:xfrm>
                <a:custGeom>
                  <a:rect b="b" l="l" r="r" t="t"/>
                  <a:pathLst>
                    <a:path extrusionOk="0" h="10932" w="2756">
                      <a:moveTo>
                        <a:pt x="1" y="1"/>
                      </a:moveTo>
                      <a:lnTo>
                        <a:pt x="1" y="10932"/>
                      </a:lnTo>
                      <a:lnTo>
                        <a:pt x="2755" y="10932"/>
                      </a:lnTo>
                      <a:lnTo>
                        <a:pt x="2755" y="1"/>
                      </a:lnTo>
                      <a:close/>
                    </a:path>
                  </a:pathLst>
                </a:custGeom>
                <a:solidFill>
                  <a:srgbClr val="00FF00">
                    <a:alpha val="4367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" name="Google Shape;232;p24"/>
                <p:cNvSpPr/>
                <p:nvPr/>
              </p:nvSpPr>
              <p:spPr>
                <a:xfrm>
                  <a:off x="8347804" y="350200"/>
                  <a:ext cx="182480" cy="688933"/>
                </a:xfrm>
                <a:custGeom>
                  <a:rect b="b" l="l" r="r" t="t"/>
                  <a:pathLst>
                    <a:path extrusionOk="0" h="11119" w="2945">
                      <a:moveTo>
                        <a:pt x="2755" y="188"/>
                      </a:moveTo>
                      <a:lnTo>
                        <a:pt x="2755" y="10931"/>
                      </a:lnTo>
                      <a:lnTo>
                        <a:pt x="190" y="10931"/>
                      </a:lnTo>
                      <a:lnTo>
                        <a:pt x="190" y="188"/>
                      </a:lnTo>
                      <a:close/>
                      <a:moveTo>
                        <a:pt x="103" y="0"/>
                      </a:moveTo>
                      <a:cubicBezTo>
                        <a:pt x="45" y="0"/>
                        <a:pt x="1" y="43"/>
                        <a:pt x="1" y="101"/>
                      </a:cubicBezTo>
                      <a:lnTo>
                        <a:pt x="1" y="11032"/>
                      </a:lnTo>
                      <a:cubicBezTo>
                        <a:pt x="1" y="11090"/>
                        <a:pt x="45" y="11119"/>
                        <a:pt x="103" y="11119"/>
                      </a:cubicBezTo>
                      <a:lnTo>
                        <a:pt x="2857" y="11119"/>
                      </a:lnTo>
                      <a:cubicBezTo>
                        <a:pt x="2915" y="11119"/>
                        <a:pt x="2944" y="11090"/>
                        <a:pt x="2944" y="11032"/>
                      </a:cubicBezTo>
                      <a:lnTo>
                        <a:pt x="2944" y="101"/>
                      </a:lnTo>
                      <a:cubicBezTo>
                        <a:pt x="2944" y="43"/>
                        <a:pt x="2915" y="0"/>
                        <a:pt x="285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" name="Google Shape;233;p24"/>
                <p:cNvSpPr/>
                <p:nvPr/>
              </p:nvSpPr>
              <p:spPr>
                <a:xfrm>
                  <a:off x="8651403" y="359989"/>
                  <a:ext cx="170769" cy="163574"/>
                </a:xfrm>
                <a:custGeom>
                  <a:rect b="b" l="l" r="r" t="t"/>
                  <a:pathLst>
                    <a:path extrusionOk="0" h="2640" w="2756">
                      <a:moveTo>
                        <a:pt x="1" y="1"/>
                      </a:moveTo>
                      <a:lnTo>
                        <a:pt x="1" y="2639"/>
                      </a:lnTo>
                      <a:lnTo>
                        <a:pt x="2755" y="2639"/>
                      </a:lnTo>
                      <a:lnTo>
                        <a:pt x="2755" y="1"/>
                      </a:lnTo>
                      <a:close/>
                    </a:path>
                  </a:pathLst>
                </a:custGeom>
                <a:solidFill>
                  <a:srgbClr val="89FFFF">
                    <a:alpha val="4430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" name="Google Shape;234;p24"/>
                <p:cNvSpPr/>
                <p:nvPr/>
              </p:nvSpPr>
              <p:spPr>
                <a:xfrm>
                  <a:off x="8646013" y="353793"/>
                  <a:ext cx="182480" cy="175161"/>
                </a:xfrm>
                <a:custGeom>
                  <a:rect b="b" l="l" r="r" t="t"/>
                  <a:pathLst>
                    <a:path extrusionOk="0" h="2827" w="2945">
                      <a:moveTo>
                        <a:pt x="2755" y="188"/>
                      </a:moveTo>
                      <a:lnTo>
                        <a:pt x="2755" y="2639"/>
                      </a:lnTo>
                      <a:lnTo>
                        <a:pt x="190" y="2639"/>
                      </a:lnTo>
                      <a:lnTo>
                        <a:pt x="190" y="188"/>
                      </a:lnTo>
                      <a:close/>
                      <a:moveTo>
                        <a:pt x="88" y="0"/>
                      </a:moveTo>
                      <a:cubicBezTo>
                        <a:pt x="45" y="0"/>
                        <a:pt x="1" y="43"/>
                        <a:pt x="1" y="101"/>
                      </a:cubicBezTo>
                      <a:lnTo>
                        <a:pt x="1" y="2739"/>
                      </a:lnTo>
                      <a:cubicBezTo>
                        <a:pt x="1" y="2783"/>
                        <a:pt x="45" y="2826"/>
                        <a:pt x="88" y="2826"/>
                      </a:cubicBezTo>
                      <a:lnTo>
                        <a:pt x="2842" y="2826"/>
                      </a:lnTo>
                      <a:cubicBezTo>
                        <a:pt x="2900" y="2826"/>
                        <a:pt x="2944" y="2783"/>
                        <a:pt x="2944" y="2739"/>
                      </a:cubicBezTo>
                      <a:lnTo>
                        <a:pt x="2944" y="101"/>
                      </a:lnTo>
                      <a:cubicBezTo>
                        <a:pt x="2944" y="43"/>
                        <a:pt x="2900" y="0"/>
                        <a:pt x="28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" name="Google Shape;235;p24"/>
                <p:cNvSpPr/>
                <p:nvPr/>
              </p:nvSpPr>
              <p:spPr>
                <a:xfrm>
                  <a:off x="8731393" y="143567"/>
                  <a:ext cx="11711" cy="221879"/>
                </a:xfrm>
                <a:custGeom>
                  <a:rect b="b" l="l" r="r" t="t"/>
                  <a:pathLst>
                    <a:path extrusionOk="0" h="3581" w="189">
                      <a:moveTo>
                        <a:pt x="88" y="1"/>
                      </a:moveTo>
                      <a:cubicBezTo>
                        <a:pt x="44" y="1"/>
                        <a:pt x="1" y="44"/>
                        <a:pt x="1" y="102"/>
                      </a:cubicBezTo>
                      <a:lnTo>
                        <a:pt x="1" y="3494"/>
                      </a:lnTo>
                      <a:cubicBezTo>
                        <a:pt x="1" y="3538"/>
                        <a:pt x="44" y="3581"/>
                        <a:pt x="88" y="3581"/>
                      </a:cubicBezTo>
                      <a:cubicBezTo>
                        <a:pt x="146" y="3581"/>
                        <a:pt x="188" y="3538"/>
                        <a:pt x="188" y="3494"/>
                      </a:cubicBezTo>
                      <a:lnTo>
                        <a:pt x="188" y="102"/>
                      </a:lnTo>
                      <a:cubicBezTo>
                        <a:pt x="188" y="44"/>
                        <a:pt x="146" y="1"/>
                        <a:pt x="8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" name="Google Shape;236;p24"/>
                <p:cNvSpPr/>
                <p:nvPr/>
              </p:nvSpPr>
              <p:spPr>
                <a:xfrm>
                  <a:off x="8731393" y="517241"/>
                  <a:ext cx="11711" cy="221879"/>
                </a:xfrm>
                <a:custGeom>
                  <a:rect b="b" l="l" r="r" t="t"/>
                  <a:pathLst>
                    <a:path extrusionOk="0" h="3581" w="189">
                      <a:moveTo>
                        <a:pt x="88" y="1"/>
                      </a:moveTo>
                      <a:cubicBezTo>
                        <a:pt x="44" y="1"/>
                        <a:pt x="1" y="43"/>
                        <a:pt x="1" y="101"/>
                      </a:cubicBezTo>
                      <a:lnTo>
                        <a:pt x="1" y="3494"/>
                      </a:lnTo>
                      <a:cubicBezTo>
                        <a:pt x="1" y="3538"/>
                        <a:pt x="44" y="3581"/>
                        <a:pt x="88" y="3581"/>
                      </a:cubicBezTo>
                      <a:cubicBezTo>
                        <a:pt x="146" y="3581"/>
                        <a:pt x="188" y="3538"/>
                        <a:pt x="188" y="3494"/>
                      </a:cubicBezTo>
                      <a:lnTo>
                        <a:pt x="188" y="101"/>
                      </a:lnTo>
                      <a:cubicBezTo>
                        <a:pt x="188" y="43"/>
                        <a:pt x="146" y="1"/>
                        <a:pt x="8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" name="Google Shape;237;p24"/>
                <p:cNvSpPr/>
                <p:nvPr/>
              </p:nvSpPr>
              <p:spPr>
                <a:xfrm>
                  <a:off x="8948745" y="538803"/>
                  <a:ext cx="171636" cy="953998"/>
                </a:xfrm>
                <a:custGeom>
                  <a:rect b="b" l="l" r="r" t="t"/>
                  <a:pathLst>
                    <a:path extrusionOk="0" h="15397" w="2770">
                      <a:moveTo>
                        <a:pt x="1" y="0"/>
                      </a:moveTo>
                      <a:lnTo>
                        <a:pt x="1" y="15396"/>
                      </a:lnTo>
                      <a:lnTo>
                        <a:pt x="2769" y="15396"/>
                      </a:lnTo>
                      <a:lnTo>
                        <a:pt x="2769" y="0"/>
                      </a:lnTo>
                      <a:close/>
                    </a:path>
                  </a:pathLst>
                </a:custGeom>
                <a:solidFill>
                  <a:srgbClr val="89FFFF">
                    <a:alpha val="4430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" name="Google Shape;238;p24"/>
                <p:cNvSpPr/>
                <p:nvPr/>
              </p:nvSpPr>
              <p:spPr>
                <a:xfrm>
                  <a:off x="8943355" y="532483"/>
                  <a:ext cx="182418" cy="965709"/>
                </a:xfrm>
                <a:custGeom>
                  <a:rect b="b" l="l" r="r" t="t"/>
                  <a:pathLst>
                    <a:path extrusionOk="0" h="15586" w="2944">
                      <a:moveTo>
                        <a:pt x="2755" y="189"/>
                      </a:moveTo>
                      <a:lnTo>
                        <a:pt x="2755" y="15396"/>
                      </a:lnTo>
                      <a:lnTo>
                        <a:pt x="189" y="15396"/>
                      </a:lnTo>
                      <a:lnTo>
                        <a:pt x="189" y="189"/>
                      </a:lnTo>
                      <a:close/>
                      <a:moveTo>
                        <a:pt x="88" y="0"/>
                      </a:moveTo>
                      <a:cubicBezTo>
                        <a:pt x="44" y="0"/>
                        <a:pt x="1" y="44"/>
                        <a:pt x="1" y="102"/>
                      </a:cubicBezTo>
                      <a:lnTo>
                        <a:pt x="1" y="15498"/>
                      </a:lnTo>
                      <a:cubicBezTo>
                        <a:pt x="1" y="15541"/>
                        <a:pt x="44" y="15585"/>
                        <a:pt x="88" y="15585"/>
                      </a:cubicBezTo>
                      <a:lnTo>
                        <a:pt x="2856" y="15585"/>
                      </a:lnTo>
                      <a:cubicBezTo>
                        <a:pt x="2900" y="15585"/>
                        <a:pt x="2943" y="15541"/>
                        <a:pt x="2943" y="15498"/>
                      </a:cubicBezTo>
                      <a:lnTo>
                        <a:pt x="2943" y="102"/>
                      </a:lnTo>
                      <a:cubicBezTo>
                        <a:pt x="2943" y="44"/>
                        <a:pt x="2900" y="0"/>
                        <a:pt x="285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" name="Google Shape;239;p24"/>
                <p:cNvSpPr/>
                <p:nvPr/>
              </p:nvSpPr>
              <p:spPr>
                <a:xfrm>
                  <a:off x="9028672" y="322318"/>
                  <a:ext cx="11773" cy="221941"/>
                </a:xfrm>
                <a:custGeom>
                  <a:rect b="b" l="l" r="r" t="t"/>
                  <a:pathLst>
                    <a:path extrusionOk="0" h="3582" w="190">
                      <a:moveTo>
                        <a:pt x="88" y="0"/>
                      </a:moveTo>
                      <a:cubicBezTo>
                        <a:pt x="45" y="0"/>
                        <a:pt x="1" y="44"/>
                        <a:pt x="1" y="102"/>
                      </a:cubicBezTo>
                      <a:lnTo>
                        <a:pt x="1" y="3494"/>
                      </a:lnTo>
                      <a:cubicBezTo>
                        <a:pt x="1" y="3537"/>
                        <a:pt x="45" y="3581"/>
                        <a:pt x="88" y="3581"/>
                      </a:cubicBezTo>
                      <a:cubicBezTo>
                        <a:pt x="146" y="3581"/>
                        <a:pt x="190" y="3537"/>
                        <a:pt x="190" y="3494"/>
                      </a:cubicBezTo>
                      <a:lnTo>
                        <a:pt x="190" y="102"/>
                      </a:lnTo>
                      <a:cubicBezTo>
                        <a:pt x="190" y="44"/>
                        <a:pt x="146" y="0"/>
                        <a:pt x="8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40" name="Google Shape;240;p24"/>
              <p:cNvSpPr/>
              <p:nvPr/>
            </p:nvSpPr>
            <p:spPr>
              <a:xfrm>
                <a:off x="9028672" y="1486401"/>
                <a:ext cx="11773" cy="221941"/>
              </a:xfrm>
              <a:custGeom>
                <a:rect b="b" l="l" r="r" t="t"/>
                <a:pathLst>
                  <a:path extrusionOk="0" h="3582" w="190">
                    <a:moveTo>
                      <a:pt x="88" y="0"/>
                    </a:moveTo>
                    <a:cubicBezTo>
                      <a:pt x="45" y="0"/>
                      <a:pt x="1" y="44"/>
                      <a:pt x="1" y="102"/>
                    </a:cubicBezTo>
                    <a:lnTo>
                      <a:pt x="1" y="3495"/>
                    </a:lnTo>
                    <a:cubicBezTo>
                      <a:pt x="1" y="3538"/>
                      <a:pt x="45" y="3582"/>
                      <a:pt x="88" y="3582"/>
                    </a:cubicBezTo>
                    <a:cubicBezTo>
                      <a:pt x="146" y="3582"/>
                      <a:pt x="190" y="3538"/>
                      <a:pt x="190" y="3495"/>
                    </a:cubicBezTo>
                    <a:lnTo>
                      <a:pt x="190" y="102"/>
                    </a:lnTo>
                    <a:cubicBezTo>
                      <a:pt x="190" y="44"/>
                      <a:pt x="146" y="0"/>
                      <a:pt x="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" name="Google Shape;241;p24"/>
            <p:cNvGrpSpPr/>
            <p:nvPr/>
          </p:nvGrpSpPr>
          <p:grpSpPr>
            <a:xfrm flipH="1">
              <a:off x="7480141" y="-242895"/>
              <a:ext cx="777101" cy="1564775"/>
              <a:chOff x="25728" y="3503092"/>
              <a:chExt cx="777101" cy="1564775"/>
            </a:xfrm>
          </p:grpSpPr>
          <p:sp>
            <p:nvSpPr>
              <p:cNvPr id="242" name="Google Shape;242;p24"/>
              <p:cNvSpPr/>
              <p:nvPr/>
            </p:nvSpPr>
            <p:spPr>
              <a:xfrm>
                <a:off x="31119" y="3719514"/>
                <a:ext cx="170769" cy="163574"/>
              </a:xfrm>
              <a:custGeom>
                <a:rect b="b" l="l" r="r" t="t"/>
                <a:pathLst>
                  <a:path extrusionOk="0" h="2640" w="2756">
                    <a:moveTo>
                      <a:pt x="1" y="1"/>
                    </a:moveTo>
                    <a:lnTo>
                      <a:pt x="1" y="2639"/>
                    </a:lnTo>
                    <a:lnTo>
                      <a:pt x="2755" y="2639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4"/>
              <p:cNvSpPr/>
              <p:nvPr/>
            </p:nvSpPr>
            <p:spPr>
              <a:xfrm>
                <a:off x="25728" y="3713318"/>
                <a:ext cx="182480" cy="175161"/>
              </a:xfrm>
              <a:custGeom>
                <a:rect b="b" l="l" r="r" t="t"/>
                <a:pathLst>
                  <a:path extrusionOk="0" h="2827" w="2945">
                    <a:moveTo>
                      <a:pt x="2755" y="188"/>
                    </a:moveTo>
                    <a:lnTo>
                      <a:pt x="2755" y="2639"/>
                    </a:lnTo>
                    <a:lnTo>
                      <a:pt x="190" y="2639"/>
                    </a:lnTo>
                    <a:lnTo>
                      <a:pt x="190" y="188"/>
                    </a:lnTo>
                    <a:close/>
                    <a:moveTo>
                      <a:pt x="88" y="0"/>
                    </a:moveTo>
                    <a:cubicBezTo>
                      <a:pt x="45" y="0"/>
                      <a:pt x="1" y="43"/>
                      <a:pt x="1" y="101"/>
                    </a:cubicBezTo>
                    <a:lnTo>
                      <a:pt x="1" y="2739"/>
                    </a:lnTo>
                    <a:cubicBezTo>
                      <a:pt x="1" y="2783"/>
                      <a:pt x="45" y="2826"/>
                      <a:pt x="88" y="2826"/>
                    </a:cubicBezTo>
                    <a:lnTo>
                      <a:pt x="2842" y="2826"/>
                    </a:lnTo>
                    <a:cubicBezTo>
                      <a:pt x="2900" y="2826"/>
                      <a:pt x="2944" y="2783"/>
                      <a:pt x="2944" y="2739"/>
                    </a:cubicBezTo>
                    <a:lnTo>
                      <a:pt x="2944" y="101"/>
                    </a:lnTo>
                    <a:cubicBezTo>
                      <a:pt x="2944" y="43"/>
                      <a:pt x="2900" y="0"/>
                      <a:pt x="2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4"/>
              <p:cNvSpPr/>
              <p:nvPr/>
            </p:nvSpPr>
            <p:spPr>
              <a:xfrm>
                <a:off x="111108" y="3503092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88" y="1"/>
                    </a:moveTo>
                    <a:cubicBezTo>
                      <a:pt x="44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4"/>
              <p:cNvSpPr/>
              <p:nvPr/>
            </p:nvSpPr>
            <p:spPr>
              <a:xfrm>
                <a:off x="111108" y="3876766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88" y="1"/>
                    </a:moveTo>
                    <a:cubicBezTo>
                      <a:pt x="44" y="1"/>
                      <a:pt x="1" y="43"/>
                      <a:pt x="1" y="101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1"/>
                    </a:lnTo>
                    <a:cubicBezTo>
                      <a:pt x="188" y="43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24"/>
              <p:cNvSpPr/>
              <p:nvPr/>
            </p:nvSpPr>
            <p:spPr>
              <a:xfrm>
                <a:off x="328460" y="3898328"/>
                <a:ext cx="171636" cy="953998"/>
              </a:xfrm>
              <a:custGeom>
                <a:rect b="b" l="l" r="r" t="t"/>
                <a:pathLst>
                  <a:path extrusionOk="0" h="15397" w="2770">
                    <a:moveTo>
                      <a:pt x="1" y="0"/>
                    </a:moveTo>
                    <a:lnTo>
                      <a:pt x="1" y="15396"/>
                    </a:lnTo>
                    <a:lnTo>
                      <a:pt x="2769" y="15396"/>
                    </a:lnTo>
                    <a:lnTo>
                      <a:pt x="2769" y="0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24"/>
              <p:cNvSpPr/>
              <p:nvPr/>
            </p:nvSpPr>
            <p:spPr>
              <a:xfrm>
                <a:off x="323070" y="3892008"/>
                <a:ext cx="182418" cy="965709"/>
              </a:xfrm>
              <a:custGeom>
                <a:rect b="b" l="l" r="r" t="t"/>
                <a:pathLst>
                  <a:path extrusionOk="0" h="15586" w="2944">
                    <a:moveTo>
                      <a:pt x="2755" y="189"/>
                    </a:moveTo>
                    <a:lnTo>
                      <a:pt x="2755" y="15396"/>
                    </a:lnTo>
                    <a:lnTo>
                      <a:pt x="189" y="15396"/>
                    </a:lnTo>
                    <a:lnTo>
                      <a:pt x="189" y="189"/>
                    </a:lnTo>
                    <a:close/>
                    <a:moveTo>
                      <a:pt x="88" y="0"/>
                    </a:moveTo>
                    <a:cubicBezTo>
                      <a:pt x="44" y="0"/>
                      <a:pt x="1" y="44"/>
                      <a:pt x="1" y="102"/>
                    </a:cubicBezTo>
                    <a:lnTo>
                      <a:pt x="1" y="15498"/>
                    </a:lnTo>
                    <a:cubicBezTo>
                      <a:pt x="1" y="15541"/>
                      <a:pt x="44" y="15585"/>
                      <a:pt x="88" y="15585"/>
                    </a:cubicBezTo>
                    <a:lnTo>
                      <a:pt x="2856" y="15585"/>
                    </a:lnTo>
                    <a:cubicBezTo>
                      <a:pt x="2900" y="15585"/>
                      <a:pt x="2943" y="15541"/>
                      <a:pt x="2943" y="15498"/>
                    </a:cubicBezTo>
                    <a:lnTo>
                      <a:pt x="2943" y="102"/>
                    </a:lnTo>
                    <a:cubicBezTo>
                      <a:pt x="2943" y="44"/>
                      <a:pt x="2900" y="0"/>
                      <a:pt x="28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4"/>
              <p:cNvSpPr/>
              <p:nvPr/>
            </p:nvSpPr>
            <p:spPr>
              <a:xfrm>
                <a:off x="408388" y="3681843"/>
                <a:ext cx="11773" cy="221941"/>
              </a:xfrm>
              <a:custGeom>
                <a:rect b="b" l="l" r="r" t="t"/>
                <a:pathLst>
                  <a:path extrusionOk="0" h="3582" w="190">
                    <a:moveTo>
                      <a:pt x="88" y="0"/>
                    </a:moveTo>
                    <a:cubicBezTo>
                      <a:pt x="45" y="0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7"/>
                      <a:pt x="45" y="3581"/>
                      <a:pt x="88" y="3581"/>
                    </a:cubicBezTo>
                    <a:cubicBezTo>
                      <a:pt x="146" y="3581"/>
                      <a:pt x="190" y="3537"/>
                      <a:pt x="190" y="3494"/>
                    </a:cubicBezTo>
                    <a:lnTo>
                      <a:pt x="190" y="102"/>
                    </a:lnTo>
                    <a:cubicBezTo>
                      <a:pt x="190" y="44"/>
                      <a:pt x="146" y="0"/>
                      <a:pt x="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24"/>
              <p:cNvSpPr/>
              <p:nvPr/>
            </p:nvSpPr>
            <p:spPr>
              <a:xfrm>
                <a:off x="408388" y="4845926"/>
                <a:ext cx="11773" cy="221941"/>
              </a:xfrm>
              <a:custGeom>
                <a:rect b="b" l="l" r="r" t="t"/>
                <a:pathLst>
                  <a:path extrusionOk="0" h="3582" w="190">
                    <a:moveTo>
                      <a:pt x="88" y="0"/>
                    </a:moveTo>
                    <a:cubicBezTo>
                      <a:pt x="45" y="0"/>
                      <a:pt x="1" y="44"/>
                      <a:pt x="1" y="102"/>
                    </a:cubicBezTo>
                    <a:lnTo>
                      <a:pt x="1" y="3495"/>
                    </a:lnTo>
                    <a:cubicBezTo>
                      <a:pt x="1" y="3538"/>
                      <a:pt x="45" y="3582"/>
                      <a:pt x="88" y="3582"/>
                    </a:cubicBezTo>
                    <a:cubicBezTo>
                      <a:pt x="146" y="3582"/>
                      <a:pt x="190" y="3538"/>
                      <a:pt x="190" y="3495"/>
                    </a:cubicBezTo>
                    <a:lnTo>
                      <a:pt x="190" y="102"/>
                    </a:lnTo>
                    <a:cubicBezTo>
                      <a:pt x="190" y="44"/>
                      <a:pt x="146" y="0"/>
                      <a:pt x="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24"/>
              <p:cNvSpPr/>
              <p:nvPr/>
            </p:nvSpPr>
            <p:spPr>
              <a:xfrm>
                <a:off x="626670" y="4713892"/>
                <a:ext cx="170769" cy="138419"/>
              </a:xfrm>
              <a:custGeom>
                <a:rect b="b" l="l" r="r" t="t"/>
                <a:pathLst>
                  <a:path extrusionOk="0" h="2234" w="2756">
                    <a:moveTo>
                      <a:pt x="1" y="1"/>
                    </a:moveTo>
                    <a:lnTo>
                      <a:pt x="1" y="2233"/>
                    </a:lnTo>
                    <a:lnTo>
                      <a:pt x="2755" y="2233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4"/>
              <p:cNvSpPr/>
              <p:nvPr/>
            </p:nvSpPr>
            <p:spPr>
              <a:xfrm>
                <a:off x="620350" y="4707572"/>
                <a:ext cx="182480" cy="150129"/>
              </a:xfrm>
              <a:custGeom>
                <a:rect b="b" l="l" r="r" t="t"/>
                <a:pathLst>
                  <a:path extrusionOk="0" h="2423" w="2945">
                    <a:moveTo>
                      <a:pt x="2755" y="190"/>
                    </a:moveTo>
                    <a:lnTo>
                      <a:pt x="2755" y="2233"/>
                    </a:lnTo>
                    <a:lnTo>
                      <a:pt x="190" y="2233"/>
                    </a:lnTo>
                    <a:lnTo>
                      <a:pt x="190" y="190"/>
                    </a:lnTo>
                    <a:close/>
                    <a:moveTo>
                      <a:pt x="103" y="1"/>
                    </a:moveTo>
                    <a:cubicBezTo>
                      <a:pt x="45" y="1"/>
                      <a:pt x="1" y="45"/>
                      <a:pt x="1" y="103"/>
                    </a:cubicBezTo>
                    <a:lnTo>
                      <a:pt x="1" y="2335"/>
                    </a:lnTo>
                    <a:cubicBezTo>
                      <a:pt x="1" y="2378"/>
                      <a:pt x="45" y="2422"/>
                      <a:pt x="103" y="2422"/>
                    </a:cubicBezTo>
                    <a:lnTo>
                      <a:pt x="2857" y="2422"/>
                    </a:lnTo>
                    <a:cubicBezTo>
                      <a:pt x="2915" y="2422"/>
                      <a:pt x="2944" y="2378"/>
                      <a:pt x="2944" y="2335"/>
                    </a:cubicBezTo>
                    <a:lnTo>
                      <a:pt x="2944" y="103"/>
                    </a:lnTo>
                    <a:cubicBezTo>
                      <a:pt x="2944" y="45"/>
                      <a:pt x="2915" y="1"/>
                      <a:pt x="28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24"/>
              <p:cNvSpPr/>
              <p:nvPr/>
            </p:nvSpPr>
            <p:spPr>
              <a:xfrm>
                <a:off x="705729" y="4497408"/>
                <a:ext cx="11711" cy="221941"/>
              </a:xfrm>
              <a:custGeom>
                <a:rect b="b" l="l" r="r" t="t"/>
                <a:pathLst>
                  <a:path extrusionOk="0" h="3582" w="189">
                    <a:moveTo>
                      <a:pt x="102" y="0"/>
                    </a:moveTo>
                    <a:cubicBezTo>
                      <a:pt x="44" y="0"/>
                      <a:pt x="1" y="45"/>
                      <a:pt x="1" y="103"/>
                    </a:cubicBezTo>
                    <a:lnTo>
                      <a:pt x="1" y="3495"/>
                    </a:lnTo>
                    <a:cubicBezTo>
                      <a:pt x="1" y="3538"/>
                      <a:pt x="44" y="3582"/>
                      <a:pt x="102" y="3582"/>
                    </a:cubicBezTo>
                    <a:cubicBezTo>
                      <a:pt x="146" y="3582"/>
                      <a:pt x="189" y="3538"/>
                      <a:pt x="189" y="3495"/>
                    </a:cubicBezTo>
                    <a:lnTo>
                      <a:pt x="189" y="103"/>
                    </a:lnTo>
                    <a:cubicBezTo>
                      <a:pt x="189" y="45"/>
                      <a:pt x="146" y="0"/>
                      <a:pt x="1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24"/>
              <p:cNvSpPr/>
              <p:nvPr/>
            </p:nvSpPr>
            <p:spPr>
              <a:xfrm>
                <a:off x="705729" y="4845926"/>
                <a:ext cx="11711" cy="221941"/>
              </a:xfrm>
              <a:custGeom>
                <a:rect b="b" l="l" r="r" t="t"/>
                <a:pathLst>
                  <a:path extrusionOk="0" h="3582" w="189">
                    <a:moveTo>
                      <a:pt x="102" y="0"/>
                    </a:moveTo>
                    <a:cubicBezTo>
                      <a:pt x="44" y="0"/>
                      <a:pt x="1" y="44"/>
                      <a:pt x="1" y="102"/>
                    </a:cubicBezTo>
                    <a:lnTo>
                      <a:pt x="1" y="3495"/>
                    </a:lnTo>
                    <a:cubicBezTo>
                      <a:pt x="1" y="3538"/>
                      <a:pt x="44" y="3582"/>
                      <a:pt x="102" y="3582"/>
                    </a:cubicBezTo>
                    <a:cubicBezTo>
                      <a:pt x="146" y="3582"/>
                      <a:pt x="189" y="3538"/>
                      <a:pt x="189" y="3495"/>
                    </a:cubicBezTo>
                    <a:lnTo>
                      <a:pt x="189" y="102"/>
                    </a:lnTo>
                    <a:cubicBezTo>
                      <a:pt x="189" y="44"/>
                      <a:pt x="146" y="0"/>
                      <a:pt x="1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24"/>
            <p:cNvGrpSpPr/>
            <p:nvPr/>
          </p:nvGrpSpPr>
          <p:grpSpPr>
            <a:xfrm>
              <a:off x="4302436" y="-600403"/>
              <a:ext cx="480689" cy="1365391"/>
              <a:chOff x="4226236" y="-600403"/>
              <a:chExt cx="480689" cy="1365391"/>
            </a:xfrm>
          </p:grpSpPr>
          <p:sp>
            <p:nvSpPr>
              <p:cNvPr id="255" name="Google Shape;255;p24"/>
              <p:cNvSpPr/>
              <p:nvPr/>
            </p:nvSpPr>
            <p:spPr>
              <a:xfrm flipH="1" rot="10800000">
                <a:off x="4232556" y="305869"/>
                <a:ext cx="170769" cy="243503"/>
              </a:xfrm>
              <a:custGeom>
                <a:rect b="b" l="l" r="r" t="t"/>
                <a:pathLst>
                  <a:path extrusionOk="0" h="3930" w="2756">
                    <a:moveTo>
                      <a:pt x="1" y="0"/>
                    </a:moveTo>
                    <a:lnTo>
                      <a:pt x="1" y="3929"/>
                    </a:lnTo>
                    <a:lnTo>
                      <a:pt x="2755" y="3929"/>
                    </a:lnTo>
                    <a:lnTo>
                      <a:pt x="2755" y="0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24"/>
              <p:cNvSpPr/>
              <p:nvPr/>
            </p:nvSpPr>
            <p:spPr>
              <a:xfrm flipH="1" rot="10800000">
                <a:off x="4226236" y="299611"/>
                <a:ext cx="182480" cy="256019"/>
              </a:xfrm>
              <a:custGeom>
                <a:rect b="b" l="l" r="r" t="t"/>
                <a:pathLst>
                  <a:path extrusionOk="0" h="4132" w="2945">
                    <a:moveTo>
                      <a:pt x="2755" y="188"/>
                    </a:moveTo>
                    <a:lnTo>
                      <a:pt x="2755" y="3943"/>
                    </a:lnTo>
                    <a:lnTo>
                      <a:pt x="190" y="3943"/>
                    </a:lnTo>
                    <a:lnTo>
                      <a:pt x="190" y="188"/>
                    </a:lnTo>
                    <a:close/>
                    <a:moveTo>
                      <a:pt x="103" y="0"/>
                    </a:moveTo>
                    <a:cubicBezTo>
                      <a:pt x="45" y="0"/>
                      <a:pt x="1" y="43"/>
                      <a:pt x="1" y="101"/>
                    </a:cubicBezTo>
                    <a:lnTo>
                      <a:pt x="1" y="4030"/>
                    </a:lnTo>
                    <a:cubicBezTo>
                      <a:pt x="1" y="4088"/>
                      <a:pt x="45" y="4131"/>
                      <a:pt x="103" y="4131"/>
                    </a:cubicBezTo>
                    <a:lnTo>
                      <a:pt x="2857" y="4131"/>
                    </a:lnTo>
                    <a:cubicBezTo>
                      <a:pt x="2900" y="4131"/>
                      <a:pt x="2944" y="4088"/>
                      <a:pt x="2944" y="4030"/>
                    </a:cubicBezTo>
                    <a:lnTo>
                      <a:pt x="2944" y="101"/>
                    </a:lnTo>
                    <a:cubicBezTo>
                      <a:pt x="2944" y="43"/>
                      <a:pt x="2900" y="0"/>
                      <a:pt x="28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4"/>
              <p:cNvSpPr/>
              <p:nvPr/>
            </p:nvSpPr>
            <p:spPr>
              <a:xfrm flipH="1" rot="10800000">
                <a:off x="4311615" y="90314"/>
                <a:ext cx="11711" cy="221011"/>
              </a:xfrm>
              <a:custGeom>
                <a:rect b="b" l="l" r="r" t="t"/>
                <a:pathLst>
                  <a:path extrusionOk="0" h="3567" w="189">
                    <a:moveTo>
                      <a:pt x="101" y="0"/>
                    </a:moveTo>
                    <a:cubicBezTo>
                      <a:pt x="43" y="0"/>
                      <a:pt x="0" y="43"/>
                      <a:pt x="0" y="87"/>
                    </a:cubicBezTo>
                    <a:lnTo>
                      <a:pt x="0" y="3480"/>
                    </a:lnTo>
                    <a:cubicBezTo>
                      <a:pt x="0" y="3523"/>
                      <a:pt x="43" y="3567"/>
                      <a:pt x="101" y="3567"/>
                    </a:cubicBezTo>
                    <a:cubicBezTo>
                      <a:pt x="145" y="3567"/>
                      <a:pt x="188" y="3523"/>
                      <a:pt x="188" y="3480"/>
                    </a:cubicBezTo>
                    <a:lnTo>
                      <a:pt x="188" y="87"/>
                    </a:lnTo>
                    <a:cubicBezTo>
                      <a:pt x="188" y="43"/>
                      <a:pt x="145" y="0"/>
                      <a:pt x="1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24"/>
              <p:cNvSpPr/>
              <p:nvPr/>
            </p:nvSpPr>
            <p:spPr>
              <a:xfrm flipH="1" rot="10800000">
                <a:off x="4311615" y="543915"/>
                <a:ext cx="11711" cy="221073"/>
              </a:xfrm>
              <a:custGeom>
                <a:rect b="b" l="l" r="r" t="t"/>
                <a:pathLst>
                  <a:path extrusionOk="0" h="3568" w="189">
                    <a:moveTo>
                      <a:pt x="101" y="1"/>
                    </a:moveTo>
                    <a:cubicBezTo>
                      <a:pt x="43" y="1"/>
                      <a:pt x="0" y="30"/>
                      <a:pt x="0" y="88"/>
                    </a:cubicBezTo>
                    <a:lnTo>
                      <a:pt x="0" y="3480"/>
                    </a:lnTo>
                    <a:cubicBezTo>
                      <a:pt x="0" y="3524"/>
                      <a:pt x="43" y="3567"/>
                      <a:pt x="101" y="3567"/>
                    </a:cubicBezTo>
                    <a:cubicBezTo>
                      <a:pt x="145" y="3567"/>
                      <a:pt x="188" y="3524"/>
                      <a:pt x="188" y="3480"/>
                    </a:cubicBezTo>
                    <a:lnTo>
                      <a:pt x="188" y="88"/>
                    </a:lnTo>
                    <a:cubicBezTo>
                      <a:pt x="188" y="30"/>
                      <a:pt x="145" y="1"/>
                      <a:pt x="1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24"/>
              <p:cNvSpPr/>
              <p:nvPr/>
            </p:nvSpPr>
            <p:spPr>
              <a:xfrm flipH="1" rot="10800000">
                <a:off x="4529835" y="-384856"/>
                <a:ext cx="170769" cy="677347"/>
              </a:xfrm>
              <a:custGeom>
                <a:rect b="b" l="l" r="r" t="t"/>
                <a:pathLst>
                  <a:path extrusionOk="0" h="10932" w="2756">
                    <a:moveTo>
                      <a:pt x="1" y="0"/>
                    </a:moveTo>
                    <a:lnTo>
                      <a:pt x="1" y="10931"/>
                    </a:lnTo>
                    <a:lnTo>
                      <a:pt x="2755" y="10931"/>
                    </a:lnTo>
                    <a:lnTo>
                      <a:pt x="2755" y="0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24"/>
              <p:cNvSpPr/>
              <p:nvPr/>
            </p:nvSpPr>
            <p:spPr>
              <a:xfrm flipH="1" rot="10800000">
                <a:off x="4523577" y="-390247"/>
                <a:ext cx="183347" cy="688995"/>
              </a:xfrm>
              <a:custGeom>
                <a:rect b="b" l="l" r="r" t="t"/>
                <a:pathLst>
                  <a:path extrusionOk="0" h="11120" w="2959">
                    <a:moveTo>
                      <a:pt x="2769" y="188"/>
                    </a:moveTo>
                    <a:lnTo>
                      <a:pt x="2769" y="10931"/>
                    </a:lnTo>
                    <a:lnTo>
                      <a:pt x="189" y="10931"/>
                    </a:lnTo>
                    <a:lnTo>
                      <a:pt x="189" y="188"/>
                    </a:lnTo>
                    <a:close/>
                    <a:moveTo>
                      <a:pt x="102" y="0"/>
                    </a:moveTo>
                    <a:cubicBezTo>
                      <a:pt x="44" y="0"/>
                      <a:pt x="1" y="43"/>
                      <a:pt x="1" y="101"/>
                    </a:cubicBezTo>
                    <a:lnTo>
                      <a:pt x="1" y="11032"/>
                    </a:lnTo>
                    <a:cubicBezTo>
                      <a:pt x="1" y="11076"/>
                      <a:pt x="44" y="11119"/>
                      <a:pt x="102" y="11119"/>
                    </a:cubicBezTo>
                    <a:lnTo>
                      <a:pt x="2856" y="11119"/>
                    </a:lnTo>
                    <a:cubicBezTo>
                      <a:pt x="2914" y="11119"/>
                      <a:pt x="2958" y="11076"/>
                      <a:pt x="2958" y="11032"/>
                    </a:cubicBezTo>
                    <a:lnTo>
                      <a:pt x="2958" y="101"/>
                    </a:lnTo>
                    <a:cubicBezTo>
                      <a:pt x="2958" y="43"/>
                      <a:pt x="2914" y="0"/>
                      <a:pt x="28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24"/>
              <p:cNvSpPr/>
              <p:nvPr/>
            </p:nvSpPr>
            <p:spPr>
              <a:xfrm flipH="1" rot="10800000">
                <a:off x="4609824" y="-600403"/>
                <a:ext cx="10843" cy="221879"/>
              </a:xfrm>
              <a:custGeom>
                <a:rect b="b" l="l" r="r" t="t"/>
                <a:pathLst>
                  <a:path extrusionOk="0" h="3581" w="175">
                    <a:moveTo>
                      <a:pt x="87" y="0"/>
                    </a:moveTo>
                    <a:cubicBezTo>
                      <a:pt x="29" y="0"/>
                      <a:pt x="0" y="43"/>
                      <a:pt x="0" y="101"/>
                    </a:cubicBezTo>
                    <a:lnTo>
                      <a:pt x="0" y="3494"/>
                    </a:lnTo>
                    <a:cubicBezTo>
                      <a:pt x="0" y="3538"/>
                      <a:pt x="29" y="3580"/>
                      <a:pt x="87" y="3580"/>
                    </a:cubicBezTo>
                    <a:cubicBezTo>
                      <a:pt x="145" y="3580"/>
                      <a:pt x="174" y="3538"/>
                      <a:pt x="174" y="3494"/>
                    </a:cubicBezTo>
                    <a:lnTo>
                      <a:pt x="174" y="101"/>
                    </a:lnTo>
                    <a:cubicBezTo>
                      <a:pt x="174" y="43"/>
                      <a:pt x="145" y="0"/>
                      <a:pt x="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24"/>
              <p:cNvSpPr/>
              <p:nvPr/>
            </p:nvSpPr>
            <p:spPr>
              <a:xfrm flipH="1" rot="10800000">
                <a:off x="4609824" y="287034"/>
                <a:ext cx="10843" cy="221879"/>
              </a:xfrm>
              <a:custGeom>
                <a:rect b="b" l="l" r="r" t="t"/>
                <a:pathLst>
                  <a:path extrusionOk="0" h="3581" w="175">
                    <a:moveTo>
                      <a:pt x="87" y="0"/>
                    </a:moveTo>
                    <a:cubicBezTo>
                      <a:pt x="29" y="0"/>
                      <a:pt x="0" y="43"/>
                      <a:pt x="0" y="101"/>
                    </a:cubicBezTo>
                    <a:lnTo>
                      <a:pt x="0" y="3493"/>
                    </a:lnTo>
                    <a:cubicBezTo>
                      <a:pt x="0" y="3537"/>
                      <a:pt x="29" y="3580"/>
                      <a:pt x="87" y="3580"/>
                    </a:cubicBezTo>
                    <a:cubicBezTo>
                      <a:pt x="145" y="3580"/>
                      <a:pt x="174" y="3537"/>
                      <a:pt x="174" y="3493"/>
                    </a:cubicBezTo>
                    <a:lnTo>
                      <a:pt x="174" y="101"/>
                    </a:lnTo>
                    <a:cubicBezTo>
                      <a:pt x="174" y="43"/>
                      <a:pt x="145" y="0"/>
                      <a:pt x="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24"/>
            <p:cNvGrpSpPr/>
            <p:nvPr/>
          </p:nvGrpSpPr>
          <p:grpSpPr>
            <a:xfrm>
              <a:off x="6688769" y="2"/>
              <a:ext cx="777039" cy="1366258"/>
              <a:chOff x="-3076431" y="1851552"/>
              <a:chExt cx="777039" cy="1366258"/>
            </a:xfrm>
          </p:grpSpPr>
          <p:sp>
            <p:nvSpPr>
              <p:cNvPr id="264" name="Google Shape;264;p24"/>
              <p:cNvSpPr/>
              <p:nvPr/>
            </p:nvSpPr>
            <p:spPr>
              <a:xfrm>
                <a:off x="-3071040" y="2757824"/>
                <a:ext cx="170769" cy="244370"/>
              </a:xfrm>
              <a:custGeom>
                <a:rect b="b" l="l" r="r" t="t"/>
                <a:pathLst>
                  <a:path extrusionOk="0" h="3944" w="2756">
                    <a:moveTo>
                      <a:pt x="1" y="1"/>
                    </a:moveTo>
                    <a:lnTo>
                      <a:pt x="1" y="3944"/>
                    </a:lnTo>
                    <a:lnTo>
                      <a:pt x="2755" y="3944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4"/>
              <p:cNvSpPr/>
              <p:nvPr/>
            </p:nvSpPr>
            <p:spPr>
              <a:xfrm>
                <a:off x="-3076431" y="2752434"/>
                <a:ext cx="182418" cy="255151"/>
              </a:xfrm>
              <a:custGeom>
                <a:rect b="b" l="l" r="r" t="t"/>
                <a:pathLst>
                  <a:path extrusionOk="0" h="4118" w="2944">
                    <a:moveTo>
                      <a:pt x="2755" y="190"/>
                    </a:moveTo>
                    <a:lnTo>
                      <a:pt x="2755" y="3930"/>
                    </a:lnTo>
                    <a:lnTo>
                      <a:pt x="175" y="3930"/>
                    </a:lnTo>
                    <a:lnTo>
                      <a:pt x="175" y="190"/>
                    </a:lnTo>
                    <a:close/>
                    <a:moveTo>
                      <a:pt x="88" y="1"/>
                    </a:moveTo>
                    <a:cubicBezTo>
                      <a:pt x="30" y="1"/>
                      <a:pt x="1" y="45"/>
                      <a:pt x="1" y="88"/>
                    </a:cubicBezTo>
                    <a:lnTo>
                      <a:pt x="1" y="4031"/>
                    </a:lnTo>
                    <a:cubicBezTo>
                      <a:pt x="1" y="4075"/>
                      <a:pt x="30" y="4118"/>
                      <a:pt x="88" y="4118"/>
                    </a:cubicBezTo>
                    <a:lnTo>
                      <a:pt x="2842" y="4118"/>
                    </a:lnTo>
                    <a:cubicBezTo>
                      <a:pt x="2900" y="4118"/>
                      <a:pt x="2943" y="4075"/>
                      <a:pt x="2943" y="4031"/>
                    </a:cubicBezTo>
                    <a:lnTo>
                      <a:pt x="2943" y="88"/>
                    </a:lnTo>
                    <a:cubicBezTo>
                      <a:pt x="2943" y="45"/>
                      <a:pt x="2900" y="1"/>
                      <a:pt x="28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24"/>
              <p:cNvSpPr/>
              <p:nvPr/>
            </p:nvSpPr>
            <p:spPr>
              <a:xfrm>
                <a:off x="-2991113" y="2542270"/>
                <a:ext cx="11773" cy="221941"/>
              </a:xfrm>
              <a:custGeom>
                <a:rect b="b" l="l" r="r" t="t"/>
                <a:pathLst>
                  <a:path extrusionOk="0" h="3582" w="190">
                    <a:moveTo>
                      <a:pt x="87" y="0"/>
                    </a:moveTo>
                    <a:cubicBezTo>
                      <a:pt x="29" y="0"/>
                      <a:pt x="0" y="44"/>
                      <a:pt x="0" y="102"/>
                    </a:cubicBezTo>
                    <a:lnTo>
                      <a:pt x="0" y="3480"/>
                    </a:lnTo>
                    <a:cubicBezTo>
                      <a:pt x="0" y="3538"/>
                      <a:pt x="29" y="3582"/>
                      <a:pt x="87" y="3582"/>
                    </a:cubicBezTo>
                    <a:cubicBezTo>
                      <a:pt x="145" y="3582"/>
                      <a:pt x="189" y="3538"/>
                      <a:pt x="189" y="3480"/>
                    </a:cubicBezTo>
                    <a:lnTo>
                      <a:pt x="189" y="102"/>
                    </a:lnTo>
                    <a:cubicBezTo>
                      <a:pt x="189" y="44"/>
                      <a:pt x="145" y="0"/>
                      <a:pt x="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24"/>
              <p:cNvSpPr/>
              <p:nvPr/>
            </p:nvSpPr>
            <p:spPr>
              <a:xfrm>
                <a:off x="-2991113" y="2995870"/>
                <a:ext cx="11773" cy="221941"/>
              </a:xfrm>
              <a:custGeom>
                <a:rect b="b" l="l" r="r" t="t"/>
                <a:pathLst>
                  <a:path extrusionOk="0" h="3582" w="190">
                    <a:moveTo>
                      <a:pt x="87" y="1"/>
                    </a:moveTo>
                    <a:cubicBezTo>
                      <a:pt x="29" y="1"/>
                      <a:pt x="0" y="44"/>
                      <a:pt x="0" y="102"/>
                    </a:cubicBezTo>
                    <a:lnTo>
                      <a:pt x="0" y="3480"/>
                    </a:lnTo>
                    <a:cubicBezTo>
                      <a:pt x="0" y="3538"/>
                      <a:pt x="29" y="3581"/>
                      <a:pt x="87" y="3581"/>
                    </a:cubicBezTo>
                    <a:cubicBezTo>
                      <a:pt x="145" y="3581"/>
                      <a:pt x="189" y="3538"/>
                      <a:pt x="189" y="3480"/>
                    </a:cubicBezTo>
                    <a:lnTo>
                      <a:pt x="189" y="102"/>
                    </a:lnTo>
                    <a:cubicBezTo>
                      <a:pt x="189" y="44"/>
                      <a:pt x="145" y="1"/>
                      <a:pt x="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4"/>
              <p:cNvSpPr/>
              <p:nvPr/>
            </p:nvSpPr>
            <p:spPr>
              <a:xfrm>
                <a:off x="-2773761" y="2067975"/>
                <a:ext cx="171698" cy="677347"/>
              </a:xfrm>
              <a:custGeom>
                <a:rect b="b" l="l" r="r" t="t"/>
                <a:pathLst>
                  <a:path extrusionOk="0" h="10932" w="2771">
                    <a:moveTo>
                      <a:pt x="1" y="1"/>
                    </a:moveTo>
                    <a:lnTo>
                      <a:pt x="1" y="10932"/>
                    </a:lnTo>
                    <a:lnTo>
                      <a:pt x="2770" y="10932"/>
                    </a:lnTo>
                    <a:lnTo>
                      <a:pt x="2770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4"/>
              <p:cNvSpPr/>
              <p:nvPr/>
            </p:nvSpPr>
            <p:spPr>
              <a:xfrm>
                <a:off x="-2779151" y="2061717"/>
                <a:ext cx="182480" cy="688995"/>
              </a:xfrm>
              <a:custGeom>
                <a:rect b="b" l="l" r="r" t="t"/>
                <a:pathLst>
                  <a:path extrusionOk="0" h="11120" w="2945">
                    <a:moveTo>
                      <a:pt x="2755" y="189"/>
                    </a:moveTo>
                    <a:lnTo>
                      <a:pt x="2755" y="10932"/>
                    </a:lnTo>
                    <a:lnTo>
                      <a:pt x="190" y="10932"/>
                    </a:lnTo>
                    <a:lnTo>
                      <a:pt x="190" y="189"/>
                    </a:lnTo>
                    <a:close/>
                    <a:moveTo>
                      <a:pt x="88" y="1"/>
                    </a:moveTo>
                    <a:cubicBezTo>
                      <a:pt x="45" y="1"/>
                      <a:pt x="1" y="44"/>
                      <a:pt x="1" y="102"/>
                    </a:cubicBezTo>
                    <a:lnTo>
                      <a:pt x="1" y="11033"/>
                    </a:lnTo>
                    <a:cubicBezTo>
                      <a:pt x="1" y="11077"/>
                      <a:pt x="45" y="11120"/>
                      <a:pt x="88" y="11120"/>
                    </a:cubicBezTo>
                    <a:lnTo>
                      <a:pt x="2857" y="11120"/>
                    </a:lnTo>
                    <a:cubicBezTo>
                      <a:pt x="2900" y="11120"/>
                      <a:pt x="2944" y="11077"/>
                      <a:pt x="2944" y="11033"/>
                    </a:cubicBezTo>
                    <a:lnTo>
                      <a:pt x="2944" y="102"/>
                    </a:lnTo>
                    <a:cubicBezTo>
                      <a:pt x="2944" y="44"/>
                      <a:pt x="2900" y="1"/>
                      <a:pt x="28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4"/>
              <p:cNvSpPr/>
              <p:nvPr/>
            </p:nvSpPr>
            <p:spPr>
              <a:xfrm>
                <a:off x="-2693772" y="1851552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88" y="1"/>
                    </a:moveTo>
                    <a:cubicBezTo>
                      <a:pt x="44" y="1"/>
                      <a:pt x="1" y="43"/>
                      <a:pt x="1" y="101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1"/>
                    </a:lnTo>
                    <a:cubicBezTo>
                      <a:pt x="188" y="43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4"/>
              <p:cNvSpPr/>
              <p:nvPr/>
            </p:nvSpPr>
            <p:spPr>
              <a:xfrm>
                <a:off x="-2693772" y="2738989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88" y="1"/>
                    </a:moveTo>
                    <a:cubicBezTo>
                      <a:pt x="44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4"/>
              <p:cNvSpPr/>
              <p:nvPr/>
            </p:nvSpPr>
            <p:spPr>
              <a:xfrm>
                <a:off x="-2475552" y="2070701"/>
                <a:ext cx="170769" cy="164442"/>
              </a:xfrm>
              <a:custGeom>
                <a:rect b="b" l="l" r="r" t="t"/>
                <a:pathLst>
                  <a:path extrusionOk="0" h="2654" w="2756">
                    <a:moveTo>
                      <a:pt x="1" y="1"/>
                    </a:moveTo>
                    <a:lnTo>
                      <a:pt x="1" y="2653"/>
                    </a:lnTo>
                    <a:lnTo>
                      <a:pt x="2755" y="2653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4"/>
              <p:cNvSpPr/>
              <p:nvPr/>
            </p:nvSpPr>
            <p:spPr>
              <a:xfrm>
                <a:off x="-2481810" y="2065310"/>
                <a:ext cx="182418" cy="175223"/>
              </a:xfrm>
              <a:custGeom>
                <a:rect b="b" l="l" r="r" t="t"/>
                <a:pathLst>
                  <a:path extrusionOk="0" h="2828" w="2944">
                    <a:moveTo>
                      <a:pt x="2755" y="189"/>
                    </a:moveTo>
                    <a:lnTo>
                      <a:pt x="2755" y="2639"/>
                    </a:lnTo>
                    <a:lnTo>
                      <a:pt x="189" y="2639"/>
                    </a:lnTo>
                    <a:lnTo>
                      <a:pt x="189" y="189"/>
                    </a:lnTo>
                    <a:close/>
                    <a:moveTo>
                      <a:pt x="102" y="1"/>
                    </a:moveTo>
                    <a:cubicBezTo>
                      <a:pt x="44" y="1"/>
                      <a:pt x="1" y="44"/>
                      <a:pt x="1" y="88"/>
                    </a:cubicBezTo>
                    <a:lnTo>
                      <a:pt x="1" y="2740"/>
                    </a:lnTo>
                    <a:cubicBezTo>
                      <a:pt x="1" y="2784"/>
                      <a:pt x="44" y="2827"/>
                      <a:pt x="102" y="2827"/>
                    </a:cubicBezTo>
                    <a:lnTo>
                      <a:pt x="2856" y="2827"/>
                    </a:lnTo>
                    <a:cubicBezTo>
                      <a:pt x="2900" y="2827"/>
                      <a:pt x="2943" y="2784"/>
                      <a:pt x="2943" y="2740"/>
                    </a:cubicBezTo>
                    <a:lnTo>
                      <a:pt x="2943" y="88"/>
                    </a:lnTo>
                    <a:cubicBezTo>
                      <a:pt x="2943" y="44"/>
                      <a:pt x="2900" y="1"/>
                      <a:pt x="28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4"/>
              <p:cNvSpPr/>
              <p:nvPr/>
            </p:nvSpPr>
            <p:spPr>
              <a:xfrm>
                <a:off x="-2396492" y="1855146"/>
                <a:ext cx="11773" cy="221879"/>
              </a:xfrm>
              <a:custGeom>
                <a:rect b="b" l="l" r="r" t="t"/>
                <a:pathLst>
                  <a:path extrusionOk="0" h="3581" w="190">
                    <a:moveTo>
                      <a:pt x="103" y="1"/>
                    </a:moveTo>
                    <a:cubicBezTo>
                      <a:pt x="45" y="1"/>
                      <a:pt x="1" y="43"/>
                      <a:pt x="1" y="101"/>
                    </a:cubicBezTo>
                    <a:lnTo>
                      <a:pt x="1" y="3480"/>
                    </a:lnTo>
                    <a:cubicBezTo>
                      <a:pt x="1" y="3538"/>
                      <a:pt x="45" y="3581"/>
                      <a:pt x="103" y="3581"/>
                    </a:cubicBezTo>
                    <a:cubicBezTo>
                      <a:pt x="146" y="3581"/>
                      <a:pt x="190" y="3538"/>
                      <a:pt x="190" y="3480"/>
                    </a:cubicBezTo>
                    <a:lnTo>
                      <a:pt x="190" y="101"/>
                    </a:lnTo>
                    <a:cubicBezTo>
                      <a:pt x="190" y="43"/>
                      <a:pt x="146" y="1"/>
                      <a:pt x="1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4"/>
              <p:cNvSpPr/>
              <p:nvPr/>
            </p:nvSpPr>
            <p:spPr>
              <a:xfrm>
                <a:off x="-2396492" y="2228820"/>
                <a:ext cx="11773" cy="221879"/>
              </a:xfrm>
              <a:custGeom>
                <a:rect b="b" l="l" r="r" t="t"/>
                <a:pathLst>
                  <a:path extrusionOk="0" h="3581" w="190">
                    <a:moveTo>
                      <a:pt x="103" y="0"/>
                    </a:moveTo>
                    <a:cubicBezTo>
                      <a:pt x="45" y="0"/>
                      <a:pt x="1" y="43"/>
                      <a:pt x="1" y="101"/>
                    </a:cubicBezTo>
                    <a:lnTo>
                      <a:pt x="1" y="3480"/>
                    </a:lnTo>
                    <a:cubicBezTo>
                      <a:pt x="1" y="3538"/>
                      <a:pt x="45" y="3581"/>
                      <a:pt x="103" y="3581"/>
                    </a:cubicBezTo>
                    <a:cubicBezTo>
                      <a:pt x="146" y="3581"/>
                      <a:pt x="190" y="3538"/>
                      <a:pt x="190" y="3480"/>
                    </a:cubicBezTo>
                    <a:lnTo>
                      <a:pt x="190" y="101"/>
                    </a:lnTo>
                    <a:cubicBezTo>
                      <a:pt x="190" y="43"/>
                      <a:pt x="146" y="0"/>
                      <a:pt x="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6" name="Google Shape;276;p24"/>
            <p:cNvGrpSpPr/>
            <p:nvPr/>
          </p:nvGrpSpPr>
          <p:grpSpPr>
            <a:xfrm>
              <a:off x="4942387" y="-134882"/>
              <a:ext cx="1655820" cy="1386023"/>
              <a:chOff x="79937" y="-134882"/>
              <a:chExt cx="1655820" cy="1386023"/>
            </a:xfrm>
          </p:grpSpPr>
          <p:sp>
            <p:nvSpPr>
              <p:cNvPr id="277" name="Google Shape;277;p24"/>
              <p:cNvSpPr/>
              <p:nvPr/>
            </p:nvSpPr>
            <p:spPr>
              <a:xfrm>
                <a:off x="85327" y="360445"/>
                <a:ext cx="171636" cy="244370"/>
              </a:xfrm>
              <a:custGeom>
                <a:rect b="b" l="l" r="r" t="t"/>
                <a:pathLst>
                  <a:path extrusionOk="0" h="3944" w="2770">
                    <a:moveTo>
                      <a:pt x="1" y="1"/>
                    </a:moveTo>
                    <a:lnTo>
                      <a:pt x="1" y="3944"/>
                    </a:lnTo>
                    <a:lnTo>
                      <a:pt x="2769" y="3944"/>
                    </a:lnTo>
                    <a:lnTo>
                      <a:pt x="2769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4"/>
              <p:cNvSpPr/>
              <p:nvPr/>
            </p:nvSpPr>
            <p:spPr>
              <a:xfrm>
                <a:off x="79937" y="355055"/>
                <a:ext cx="182418" cy="255151"/>
              </a:xfrm>
              <a:custGeom>
                <a:rect b="b" l="l" r="r" t="t"/>
                <a:pathLst>
                  <a:path extrusionOk="0" h="4118" w="2944">
                    <a:moveTo>
                      <a:pt x="2755" y="190"/>
                    </a:moveTo>
                    <a:lnTo>
                      <a:pt x="2755" y="3930"/>
                    </a:lnTo>
                    <a:lnTo>
                      <a:pt x="189" y="3930"/>
                    </a:lnTo>
                    <a:lnTo>
                      <a:pt x="189" y="190"/>
                    </a:lnTo>
                    <a:close/>
                    <a:moveTo>
                      <a:pt x="88" y="1"/>
                    </a:moveTo>
                    <a:cubicBezTo>
                      <a:pt x="44" y="1"/>
                      <a:pt x="1" y="45"/>
                      <a:pt x="1" y="88"/>
                    </a:cubicBezTo>
                    <a:lnTo>
                      <a:pt x="1" y="4031"/>
                    </a:lnTo>
                    <a:cubicBezTo>
                      <a:pt x="1" y="4075"/>
                      <a:pt x="44" y="4118"/>
                      <a:pt x="88" y="4118"/>
                    </a:cubicBezTo>
                    <a:lnTo>
                      <a:pt x="2856" y="4118"/>
                    </a:lnTo>
                    <a:cubicBezTo>
                      <a:pt x="2900" y="4118"/>
                      <a:pt x="2943" y="4075"/>
                      <a:pt x="2943" y="4031"/>
                    </a:cubicBezTo>
                    <a:lnTo>
                      <a:pt x="2943" y="88"/>
                    </a:lnTo>
                    <a:cubicBezTo>
                      <a:pt x="2943" y="45"/>
                      <a:pt x="2900" y="1"/>
                      <a:pt x="28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4"/>
              <p:cNvSpPr/>
              <p:nvPr/>
            </p:nvSpPr>
            <p:spPr>
              <a:xfrm>
                <a:off x="165254" y="144891"/>
                <a:ext cx="11773" cy="221941"/>
              </a:xfrm>
              <a:custGeom>
                <a:rect b="b" l="l" r="r" t="t"/>
                <a:pathLst>
                  <a:path extrusionOk="0" h="3582" w="190">
                    <a:moveTo>
                      <a:pt x="102" y="0"/>
                    </a:moveTo>
                    <a:cubicBezTo>
                      <a:pt x="44" y="0"/>
                      <a:pt x="0" y="45"/>
                      <a:pt x="0" y="103"/>
                    </a:cubicBezTo>
                    <a:lnTo>
                      <a:pt x="0" y="3480"/>
                    </a:lnTo>
                    <a:cubicBezTo>
                      <a:pt x="0" y="3538"/>
                      <a:pt x="44" y="3582"/>
                      <a:pt x="102" y="3582"/>
                    </a:cubicBezTo>
                    <a:cubicBezTo>
                      <a:pt x="145" y="3582"/>
                      <a:pt x="189" y="3538"/>
                      <a:pt x="189" y="3480"/>
                    </a:cubicBezTo>
                    <a:lnTo>
                      <a:pt x="189" y="103"/>
                    </a:lnTo>
                    <a:cubicBezTo>
                      <a:pt x="189" y="45"/>
                      <a:pt x="145" y="0"/>
                      <a:pt x="1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4"/>
              <p:cNvSpPr/>
              <p:nvPr/>
            </p:nvSpPr>
            <p:spPr>
              <a:xfrm>
                <a:off x="165254" y="598553"/>
                <a:ext cx="11773" cy="221879"/>
              </a:xfrm>
              <a:custGeom>
                <a:rect b="b" l="l" r="r" t="t"/>
                <a:pathLst>
                  <a:path extrusionOk="0" h="3581" w="190">
                    <a:moveTo>
                      <a:pt x="102" y="0"/>
                    </a:moveTo>
                    <a:cubicBezTo>
                      <a:pt x="44" y="0"/>
                      <a:pt x="0" y="43"/>
                      <a:pt x="0" y="101"/>
                    </a:cubicBezTo>
                    <a:lnTo>
                      <a:pt x="0" y="3493"/>
                    </a:lnTo>
                    <a:cubicBezTo>
                      <a:pt x="0" y="3537"/>
                      <a:pt x="44" y="3580"/>
                      <a:pt x="102" y="3580"/>
                    </a:cubicBezTo>
                    <a:cubicBezTo>
                      <a:pt x="145" y="3580"/>
                      <a:pt x="189" y="3537"/>
                      <a:pt x="189" y="3493"/>
                    </a:cubicBezTo>
                    <a:lnTo>
                      <a:pt x="189" y="101"/>
                    </a:lnTo>
                    <a:cubicBezTo>
                      <a:pt x="189" y="43"/>
                      <a:pt x="145" y="0"/>
                      <a:pt x="1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24"/>
              <p:cNvSpPr/>
              <p:nvPr/>
            </p:nvSpPr>
            <p:spPr>
              <a:xfrm>
                <a:off x="383536" y="127796"/>
                <a:ext cx="170769" cy="677347"/>
              </a:xfrm>
              <a:custGeom>
                <a:rect b="b" l="l" r="r" t="t"/>
                <a:pathLst>
                  <a:path extrusionOk="0" h="10932" w="2756">
                    <a:moveTo>
                      <a:pt x="1" y="1"/>
                    </a:moveTo>
                    <a:lnTo>
                      <a:pt x="1" y="10932"/>
                    </a:lnTo>
                    <a:lnTo>
                      <a:pt x="2755" y="10932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24"/>
              <p:cNvSpPr/>
              <p:nvPr/>
            </p:nvSpPr>
            <p:spPr>
              <a:xfrm>
                <a:off x="377216" y="121600"/>
                <a:ext cx="182480" cy="688933"/>
              </a:xfrm>
              <a:custGeom>
                <a:rect b="b" l="l" r="r" t="t"/>
                <a:pathLst>
                  <a:path extrusionOk="0" h="11119" w="2945">
                    <a:moveTo>
                      <a:pt x="2755" y="188"/>
                    </a:moveTo>
                    <a:lnTo>
                      <a:pt x="2755" y="10931"/>
                    </a:lnTo>
                    <a:lnTo>
                      <a:pt x="190" y="10931"/>
                    </a:lnTo>
                    <a:lnTo>
                      <a:pt x="190" y="188"/>
                    </a:lnTo>
                    <a:close/>
                    <a:moveTo>
                      <a:pt x="103" y="0"/>
                    </a:moveTo>
                    <a:cubicBezTo>
                      <a:pt x="45" y="0"/>
                      <a:pt x="1" y="43"/>
                      <a:pt x="1" y="101"/>
                    </a:cubicBezTo>
                    <a:lnTo>
                      <a:pt x="1" y="11032"/>
                    </a:lnTo>
                    <a:cubicBezTo>
                      <a:pt x="1" y="11090"/>
                      <a:pt x="45" y="11119"/>
                      <a:pt x="103" y="11119"/>
                    </a:cubicBezTo>
                    <a:lnTo>
                      <a:pt x="2857" y="11119"/>
                    </a:lnTo>
                    <a:cubicBezTo>
                      <a:pt x="2915" y="11119"/>
                      <a:pt x="2944" y="11090"/>
                      <a:pt x="2944" y="11032"/>
                    </a:cubicBezTo>
                    <a:lnTo>
                      <a:pt x="2944" y="101"/>
                    </a:lnTo>
                    <a:cubicBezTo>
                      <a:pt x="2944" y="43"/>
                      <a:pt x="2915" y="0"/>
                      <a:pt x="28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4"/>
              <p:cNvSpPr/>
              <p:nvPr/>
            </p:nvSpPr>
            <p:spPr>
              <a:xfrm>
                <a:off x="462596" y="-88626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101" y="1"/>
                    </a:moveTo>
                    <a:cubicBezTo>
                      <a:pt x="43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3" y="3581"/>
                      <a:pt x="101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1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p24"/>
              <p:cNvSpPr/>
              <p:nvPr/>
            </p:nvSpPr>
            <p:spPr>
              <a:xfrm>
                <a:off x="462596" y="798810"/>
                <a:ext cx="11711" cy="221941"/>
              </a:xfrm>
              <a:custGeom>
                <a:rect b="b" l="l" r="r" t="t"/>
                <a:pathLst>
                  <a:path extrusionOk="0" h="3582" w="189">
                    <a:moveTo>
                      <a:pt x="101" y="1"/>
                    </a:moveTo>
                    <a:cubicBezTo>
                      <a:pt x="43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3" y="3581"/>
                      <a:pt x="101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1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24"/>
              <p:cNvSpPr/>
              <p:nvPr/>
            </p:nvSpPr>
            <p:spPr>
              <a:xfrm>
                <a:off x="680816" y="131389"/>
                <a:ext cx="170769" cy="163574"/>
              </a:xfrm>
              <a:custGeom>
                <a:rect b="b" l="l" r="r" t="t"/>
                <a:pathLst>
                  <a:path extrusionOk="0" h="2640" w="2756">
                    <a:moveTo>
                      <a:pt x="1" y="1"/>
                    </a:moveTo>
                    <a:lnTo>
                      <a:pt x="1" y="2639"/>
                    </a:lnTo>
                    <a:lnTo>
                      <a:pt x="2755" y="2639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4"/>
              <p:cNvSpPr/>
              <p:nvPr/>
            </p:nvSpPr>
            <p:spPr>
              <a:xfrm>
                <a:off x="675425" y="125193"/>
                <a:ext cx="182480" cy="175161"/>
              </a:xfrm>
              <a:custGeom>
                <a:rect b="b" l="l" r="r" t="t"/>
                <a:pathLst>
                  <a:path extrusionOk="0" h="2827" w="2945">
                    <a:moveTo>
                      <a:pt x="2755" y="188"/>
                    </a:moveTo>
                    <a:lnTo>
                      <a:pt x="2755" y="2639"/>
                    </a:lnTo>
                    <a:lnTo>
                      <a:pt x="190" y="2639"/>
                    </a:lnTo>
                    <a:lnTo>
                      <a:pt x="190" y="188"/>
                    </a:lnTo>
                    <a:close/>
                    <a:moveTo>
                      <a:pt x="88" y="0"/>
                    </a:moveTo>
                    <a:cubicBezTo>
                      <a:pt x="45" y="0"/>
                      <a:pt x="1" y="43"/>
                      <a:pt x="1" y="101"/>
                    </a:cubicBezTo>
                    <a:lnTo>
                      <a:pt x="1" y="2739"/>
                    </a:lnTo>
                    <a:cubicBezTo>
                      <a:pt x="1" y="2783"/>
                      <a:pt x="45" y="2826"/>
                      <a:pt x="88" y="2826"/>
                    </a:cubicBezTo>
                    <a:lnTo>
                      <a:pt x="2842" y="2826"/>
                    </a:lnTo>
                    <a:cubicBezTo>
                      <a:pt x="2900" y="2826"/>
                      <a:pt x="2944" y="2783"/>
                      <a:pt x="2944" y="2739"/>
                    </a:cubicBezTo>
                    <a:lnTo>
                      <a:pt x="2944" y="101"/>
                    </a:lnTo>
                    <a:cubicBezTo>
                      <a:pt x="2944" y="43"/>
                      <a:pt x="2900" y="0"/>
                      <a:pt x="2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4"/>
              <p:cNvSpPr/>
              <p:nvPr/>
            </p:nvSpPr>
            <p:spPr>
              <a:xfrm>
                <a:off x="760805" y="-85033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88" y="1"/>
                    </a:moveTo>
                    <a:cubicBezTo>
                      <a:pt x="44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4"/>
              <p:cNvSpPr/>
              <p:nvPr/>
            </p:nvSpPr>
            <p:spPr>
              <a:xfrm>
                <a:off x="760805" y="288641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88" y="1"/>
                    </a:moveTo>
                    <a:cubicBezTo>
                      <a:pt x="44" y="1"/>
                      <a:pt x="1" y="43"/>
                      <a:pt x="1" y="101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1"/>
                    </a:lnTo>
                    <a:cubicBezTo>
                      <a:pt x="188" y="43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4"/>
              <p:cNvSpPr/>
              <p:nvPr/>
            </p:nvSpPr>
            <p:spPr>
              <a:xfrm>
                <a:off x="978157" y="81603"/>
                <a:ext cx="171636" cy="953998"/>
              </a:xfrm>
              <a:custGeom>
                <a:rect b="b" l="l" r="r" t="t"/>
                <a:pathLst>
                  <a:path extrusionOk="0" h="15397" w="2770">
                    <a:moveTo>
                      <a:pt x="1" y="0"/>
                    </a:moveTo>
                    <a:lnTo>
                      <a:pt x="1" y="15396"/>
                    </a:lnTo>
                    <a:lnTo>
                      <a:pt x="2769" y="15396"/>
                    </a:lnTo>
                    <a:lnTo>
                      <a:pt x="2769" y="0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4"/>
              <p:cNvSpPr/>
              <p:nvPr/>
            </p:nvSpPr>
            <p:spPr>
              <a:xfrm>
                <a:off x="972767" y="75283"/>
                <a:ext cx="182418" cy="965709"/>
              </a:xfrm>
              <a:custGeom>
                <a:rect b="b" l="l" r="r" t="t"/>
                <a:pathLst>
                  <a:path extrusionOk="0" h="15586" w="2944">
                    <a:moveTo>
                      <a:pt x="2755" y="189"/>
                    </a:moveTo>
                    <a:lnTo>
                      <a:pt x="2755" y="15396"/>
                    </a:lnTo>
                    <a:lnTo>
                      <a:pt x="189" y="15396"/>
                    </a:lnTo>
                    <a:lnTo>
                      <a:pt x="189" y="189"/>
                    </a:lnTo>
                    <a:close/>
                    <a:moveTo>
                      <a:pt x="88" y="0"/>
                    </a:moveTo>
                    <a:cubicBezTo>
                      <a:pt x="44" y="0"/>
                      <a:pt x="1" y="44"/>
                      <a:pt x="1" y="102"/>
                    </a:cubicBezTo>
                    <a:lnTo>
                      <a:pt x="1" y="15498"/>
                    </a:lnTo>
                    <a:cubicBezTo>
                      <a:pt x="1" y="15541"/>
                      <a:pt x="44" y="15585"/>
                      <a:pt x="88" y="15585"/>
                    </a:cubicBezTo>
                    <a:lnTo>
                      <a:pt x="2856" y="15585"/>
                    </a:lnTo>
                    <a:cubicBezTo>
                      <a:pt x="2900" y="15585"/>
                      <a:pt x="2943" y="15541"/>
                      <a:pt x="2943" y="15498"/>
                    </a:cubicBezTo>
                    <a:lnTo>
                      <a:pt x="2943" y="102"/>
                    </a:lnTo>
                    <a:cubicBezTo>
                      <a:pt x="2943" y="44"/>
                      <a:pt x="2900" y="0"/>
                      <a:pt x="28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4"/>
              <p:cNvSpPr/>
              <p:nvPr/>
            </p:nvSpPr>
            <p:spPr>
              <a:xfrm>
                <a:off x="1058085" y="-134882"/>
                <a:ext cx="11773" cy="221941"/>
              </a:xfrm>
              <a:custGeom>
                <a:rect b="b" l="l" r="r" t="t"/>
                <a:pathLst>
                  <a:path extrusionOk="0" h="3582" w="190">
                    <a:moveTo>
                      <a:pt x="88" y="0"/>
                    </a:moveTo>
                    <a:cubicBezTo>
                      <a:pt x="45" y="0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7"/>
                      <a:pt x="45" y="3581"/>
                      <a:pt x="88" y="3581"/>
                    </a:cubicBezTo>
                    <a:cubicBezTo>
                      <a:pt x="146" y="3581"/>
                      <a:pt x="190" y="3537"/>
                      <a:pt x="190" y="3494"/>
                    </a:cubicBezTo>
                    <a:lnTo>
                      <a:pt x="190" y="102"/>
                    </a:lnTo>
                    <a:cubicBezTo>
                      <a:pt x="190" y="44"/>
                      <a:pt x="146" y="0"/>
                      <a:pt x="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4"/>
              <p:cNvSpPr/>
              <p:nvPr/>
            </p:nvSpPr>
            <p:spPr>
              <a:xfrm>
                <a:off x="1058085" y="1029201"/>
                <a:ext cx="11773" cy="221941"/>
              </a:xfrm>
              <a:custGeom>
                <a:rect b="b" l="l" r="r" t="t"/>
                <a:pathLst>
                  <a:path extrusionOk="0" h="3582" w="190">
                    <a:moveTo>
                      <a:pt x="88" y="0"/>
                    </a:moveTo>
                    <a:cubicBezTo>
                      <a:pt x="45" y="0"/>
                      <a:pt x="1" y="44"/>
                      <a:pt x="1" y="102"/>
                    </a:cubicBezTo>
                    <a:lnTo>
                      <a:pt x="1" y="3495"/>
                    </a:lnTo>
                    <a:cubicBezTo>
                      <a:pt x="1" y="3538"/>
                      <a:pt x="45" y="3582"/>
                      <a:pt x="88" y="3582"/>
                    </a:cubicBezTo>
                    <a:cubicBezTo>
                      <a:pt x="146" y="3582"/>
                      <a:pt x="190" y="3538"/>
                      <a:pt x="190" y="3495"/>
                    </a:cubicBezTo>
                    <a:lnTo>
                      <a:pt x="190" y="102"/>
                    </a:lnTo>
                    <a:cubicBezTo>
                      <a:pt x="190" y="44"/>
                      <a:pt x="146" y="0"/>
                      <a:pt x="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4"/>
              <p:cNvSpPr/>
              <p:nvPr/>
            </p:nvSpPr>
            <p:spPr>
              <a:xfrm>
                <a:off x="1276367" y="668567"/>
                <a:ext cx="170769" cy="138419"/>
              </a:xfrm>
              <a:custGeom>
                <a:rect b="b" l="l" r="r" t="t"/>
                <a:pathLst>
                  <a:path extrusionOk="0" h="2234" w="2756">
                    <a:moveTo>
                      <a:pt x="1" y="1"/>
                    </a:moveTo>
                    <a:lnTo>
                      <a:pt x="1" y="2233"/>
                    </a:lnTo>
                    <a:lnTo>
                      <a:pt x="2755" y="2233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4"/>
              <p:cNvSpPr/>
              <p:nvPr/>
            </p:nvSpPr>
            <p:spPr>
              <a:xfrm>
                <a:off x="1270047" y="662247"/>
                <a:ext cx="182480" cy="150129"/>
              </a:xfrm>
              <a:custGeom>
                <a:rect b="b" l="l" r="r" t="t"/>
                <a:pathLst>
                  <a:path extrusionOk="0" h="2423" w="2945">
                    <a:moveTo>
                      <a:pt x="2755" y="190"/>
                    </a:moveTo>
                    <a:lnTo>
                      <a:pt x="2755" y="2233"/>
                    </a:lnTo>
                    <a:lnTo>
                      <a:pt x="190" y="2233"/>
                    </a:lnTo>
                    <a:lnTo>
                      <a:pt x="190" y="190"/>
                    </a:lnTo>
                    <a:close/>
                    <a:moveTo>
                      <a:pt x="103" y="1"/>
                    </a:moveTo>
                    <a:cubicBezTo>
                      <a:pt x="45" y="1"/>
                      <a:pt x="1" y="45"/>
                      <a:pt x="1" y="103"/>
                    </a:cubicBezTo>
                    <a:lnTo>
                      <a:pt x="1" y="2335"/>
                    </a:lnTo>
                    <a:cubicBezTo>
                      <a:pt x="1" y="2378"/>
                      <a:pt x="45" y="2422"/>
                      <a:pt x="103" y="2422"/>
                    </a:cubicBezTo>
                    <a:lnTo>
                      <a:pt x="2857" y="2422"/>
                    </a:lnTo>
                    <a:cubicBezTo>
                      <a:pt x="2915" y="2422"/>
                      <a:pt x="2944" y="2378"/>
                      <a:pt x="2944" y="2335"/>
                    </a:cubicBezTo>
                    <a:lnTo>
                      <a:pt x="2944" y="103"/>
                    </a:lnTo>
                    <a:cubicBezTo>
                      <a:pt x="2944" y="45"/>
                      <a:pt x="2915" y="1"/>
                      <a:pt x="28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4"/>
              <p:cNvSpPr/>
              <p:nvPr/>
            </p:nvSpPr>
            <p:spPr>
              <a:xfrm>
                <a:off x="1355426" y="452083"/>
                <a:ext cx="11711" cy="221941"/>
              </a:xfrm>
              <a:custGeom>
                <a:rect b="b" l="l" r="r" t="t"/>
                <a:pathLst>
                  <a:path extrusionOk="0" h="3582" w="189">
                    <a:moveTo>
                      <a:pt x="102" y="0"/>
                    </a:moveTo>
                    <a:cubicBezTo>
                      <a:pt x="44" y="0"/>
                      <a:pt x="1" y="45"/>
                      <a:pt x="1" y="103"/>
                    </a:cubicBezTo>
                    <a:lnTo>
                      <a:pt x="1" y="3495"/>
                    </a:lnTo>
                    <a:cubicBezTo>
                      <a:pt x="1" y="3538"/>
                      <a:pt x="44" y="3582"/>
                      <a:pt x="102" y="3582"/>
                    </a:cubicBezTo>
                    <a:cubicBezTo>
                      <a:pt x="146" y="3582"/>
                      <a:pt x="189" y="3538"/>
                      <a:pt x="189" y="3495"/>
                    </a:cubicBezTo>
                    <a:lnTo>
                      <a:pt x="189" y="103"/>
                    </a:lnTo>
                    <a:cubicBezTo>
                      <a:pt x="189" y="45"/>
                      <a:pt x="146" y="0"/>
                      <a:pt x="1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4"/>
              <p:cNvSpPr/>
              <p:nvPr/>
            </p:nvSpPr>
            <p:spPr>
              <a:xfrm>
                <a:off x="1355426" y="800601"/>
                <a:ext cx="11711" cy="221941"/>
              </a:xfrm>
              <a:custGeom>
                <a:rect b="b" l="l" r="r" t="t"/>
                <a:pathLst>
                  <a:path extrusionOk="0" h="3582" w="189">
                    <a:moveTo>
                      <a:pt x="102" y="0"/>
                    </a:moveTo>
                    <a:cubicBezTo>
                      <a:pt x="44" y="0"/>
                      <a:pt x="1" y="44"/>
                      <a:pt x="1" y="102"/>
                    </a:cubicBezTo>
                    <a:lnTo>
                      <a:pt x="1" y="3495"/>
                    </a:lnTo>
                    <a:cubicBezTo>
                      <a:pt x="1" y="3538"/>
                      <a:pt x="44" y="3582"/>
                      <a:pt x="102" y="3582"/>
                    </a:cubicBezTo>
                    <a:cubicBezTo>
                      <a:pt x="146" y="3582"/>
                      <a:pt x="189" y="3538"/>
                      <a:pt x="189" y="3495"/>
                    </a:cubicBezTo>
                    <a:lnTo>
                      <a:pt x="189" y="102"/>
                    </a:lnTo>
                    <a:cubicBezTo>
                      <a:pt x="189" y="44"/>
                      <a:pt x="146" y="0"/>
                      <a:pt x="1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4"/>
              <p:cNvSpPr/>
              <p:nvPr/>
            </p:nvSpPr>
            <p:spPr>
              <a:xfrm>
                <a:off x="1559659" y="218104"/>
                <a:ext cx="170707" cy="200379"/>
              </a:xfrm>
              <a:custGeom>
                <a:rect b="b" l="l" r="r" t="t"/>
                <a:pathLst>
                  <a:path extrusionOk="0" h="3234" w="2755">
                    <a:moveTo>
                      <a:pt x="0" y="0"/>
                    </a:moveTo>
                    <a:lnTo>
                      <a:pt x="0" y="3234"/>
                    </a:lnTo>
                    <a:lnTo>
                      <a:pt x="2755" y="3234"/>
                    </a:lnTo>
                    <a:lnTo>
                      <a:pt x="2755" y="0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4"/>
              <p:cNvSpPr/>
              <p:nvPr/>
            </p:nvSpPr>
            <p:spPr>
              <a:xfrm>
                <a:off x="1553339" y="211846"/>
                <a:ext cx="182418" cy="212027"/>
              </a:xfrm>
              <a:custGeom>
                <a:rect b="b" l="l" r="r" t="t"/>
                <a:pathLst>
                  <a:path extrusionOk="0" h="3422" w="2944">
                    <a:moveTo>
                      <a:pt x="2755" y="188"/>
                    </a:moveTo>
                    <a:lnTo>
                      <a:pt x="2755" y="3233"/>
                    </a:lnTo>
                    <a:lnTo>
                      <a:pt x="189" y="3233"/>
                    </a:lnTo>
                    <a:lnTo>
                      <a:pt x="189" y="188"/>
                    </a:lnTo>
                    <a:close/>
                    <a:moveTo>
                      <a:pt x="102" y="0"/>
                    </a:moveTo>
                    <a:cubicBezTo>
                      <a:pt x="44" y="0"/>
                      <a:pt x="0" y="43"/>
                      <a:pt x="0" y="101"/>
                    </a:cubicBezTo>
                    <a:lnTo>
                      <a:pt x="0" y="3335"/>
                    </a:lnTo>
                    <a:cubicBezTo>
                      <a:pt x="0" y="3378"/>
                      <a:pt x="44" y="3422"/>
                      <a:pt x="102" y="3422"/>
                    </a:cubicBezTo>
                    <a:lnTo>
                      <a:pt x="2857" y="3422"/>
                    </a:lnTo>
                    <a:cubicBezTo>
                      <a:pt x="2900" y="3422"/>
                      <a:pt x="2944" y="3378"/>
                      <a:pt x="2944" y="3335"/>
                    </a:cubicBezTo>
                    <a:lnTo>
                      <a:pt x="2944" y="101"/>
                    </a:lnTo>
                    <a:cubicBezTo>
                      <a:pt x="2944" y="43"/>
                      <a:pt x="2900" y="0"/>
                      <a:pt x="28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24"/>
              <p:cNvSpPr/>
              <p:nvPr/>
            </p:nvSpPr>
            <p:spPr>
              <a:xfrm>
                <a:off x="1638657" y="1681"/>
                <a:ext cx="11711" cy="221879"/>
              </a:xfrm>
              <a:custGeom>
                <a:rect b="b" l="l" r="r" t="t"/>
                <a:pathLst>
                  <a:path extrusionOk="0" h="3581" w="189">
                    <a:moveTo>
                      <a:pt x="102" y="0"/>
                    </a:moveTo>
                    <a:cubicBezTo>
                      <a:pt x="44" y="0"/>
                      <a:pt x="1" y="43"/>
                      <a:pt x="1" y="101"/>
                    </a:cubicBezTo>
                    <a:lnTo>
                      <a:pt x="1" y="3493"/>
                    </a:lnTo>
                    <a:cubicBezTo>
                      <a:pt x="1" y="3537"/>
                      <a:pt x="44" y="3580"/>
                      <a:pt x="102" y="3580"/>
                    </a:cubicBezTo>
                    <a:cubicBezTo>
                      <a:pt x="146" y="3580"/>
                      <a:pt x="189" y="3537"/>
                      <a:pt x="189" y="3493"/>
                    </a:cubicBezTo>
                    <a:lnTo>
                      <a:pt x="189" y="101"/>
                    </a:lnTo>
                    <a:cubicBezTo>
                      <a:pt x="189" y="43"/>
                      <a:pt x="146" y="0"/>
                      <a:pt x="1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24"/>
              <p:cNvSpPr/>
              <p:nvPr/>
            </p:nvSpPr>
            <p:spPr>
              <a:xfrm>
                <a:off x="1638657" y="412097"/>
                <a:ext cx="11711" cy="222003"/>
              </a:xfrm>
              <a:custGeom>
                <a:rect b="b" l="l" r="r" t="t"/>
                <a:pathLst>
                  <a:path extrusionOk="0" h="3583" w="189">
                    <a:moveTo>
                      <a:pt x="102" y="1"/>
                    </a:moveTo>
                    <a:cubicBezTo>
                      <a:pt x="44" y="1"/>
                      <a:pt x="1" y="45"/>
                      <a:pt x="1" y="103"/>
                    </a:cubicBezTo>
                    <a:lnTo>
                      <a:pt x="1" y="3495"/>
                    </a:lnTo>
                    <a:cubicBezTo>
                      <a:pt x="1" y="3538"/>
                      <a:pt x="44" y="3582"/>
                      <a:pt x="102" y="3582"/>
                    </a:cubicBezTo>
                    <a:cubicBezTo>
                      <a:pt x="146" y="3582"/>
                      <a:pt x="189" y="3538"/>
                      <a:pt x="189" y="3495"/>
                    </a:cubicBezTo>
                    <a:lnTo>
                      <a:pt x="189" y="103"/>
                    </a:lnTo>
                    <a:cubicBezTo>
                      <a:pt x="189" y="45"/>
                      <a:pt x="146" y="1"/>
                      <a:pt x="1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ura"/>
              <a:buNone/>
              <a:defRPr b="1" sz="3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oinpriceforecast.com/jpm-stock" TargetMode="External"/><Relationship Id="rId4" Type="http://schemas.openxmlformats.org/officeDocument/2006/relationships/hyperlink" Target="https://www.litefinance.org/blog/analysts-opinions/jpm-stock-forecast-and-price-prediction/?utm_source=chatgpt.com#h5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pages.stern.nyu.edu/~adamodar/New_Home_Page/datafile/pedata.html" TargetMode="External"/><Relationship Id="rId4" Type="http://schemas.openxmlformats.org/officeDocument/2006/relationships/hyperlink" Target="https://pages.stern.nyu.edu/~adamodar/New_Home_Page/datafile/pbvdata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fdic.gov/analysis/quarterly-banking-profile/qbp/2024mar/qbp.pdf#:~:text=The%20banking%20industry%20reported%20an%20aggregate%20return%2Don%2Dassets,from%201.36%20percent%20in%20first%20quarter%202023.&amp;text=The%20efficiency%20ratio%20(noninterest%20expense%20as%20a,from%2066.1%20percent%20in%20the%20previous%20quarter." TargetMode="External"/><Relationship Id="rId4" Type="http://schemas.openxmlformats.org/officeDocument/2006/relationships/hyperlink" Target="https://www.federalreserve.gov/publications/2024-may-supervision-and-regulation-report-banking-system-conditions.htm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 txBox="1"/>
          <p:nvPr>
            <p:ph type="ctrTitle"/>
          </p:nvPr>
        </p:nvSpPr>
        <p:spPr>
          <a:xfrm>
            <a:off x="667275" y="1007375"/>
            <a:ext cx="7449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JPMorgan Chase &amp; Co</a:t>
            </a:r>
            <a:endParaRPr/>
          </a:p>
        </p:txBody>
      </p:sp>
      <p:sp>
        <p:nvSpPr>
          <p:cNvPr id="306" name="Google Shape;306;p25"/>
          <p:cNvSpPr txBox="1"/>
          <p:nvPr>
            <p:ph idx="1" type="subTitle"/>
          </p:nvPr>
        </p:nvSpPr>
        <p:spPr>
          <a:xfrm>
            <a:off x="1473550" y="2810525"/>
            <a:ext cx="6422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Arturo Fraile Beltran, Angie Maya, Maria Fernanda Medina Barreda</a:t>
            </a:r>
            <a:endParaRPr/>
          </a:p>
        </p:txBody>
      </p:sp>
      <p:sp>
        <p:nvSpPr>
          <p:cNvPr id="307" name="Google Shape;307;p25"/>
          <p:cNvSpPr/>
          <p:nvPr/>
        </p:nvSpPr>
        <p:spPr>
          <a:xfrm>
            <a:off x="-6" y="3501520"/>
            <a:ext cx="9144101" cy="1533950"/>
          </a:xfrm>
          <a:custGeom>
            <a:rect b="b" l="l" r="r" t="t"/>
            <a:pathLst>
              <a:path extrusionOk="0" h="47304" w="281986">
                <a:moveTo>
                  <a:pt x="139742" y="0"/>
                </a:moveTo>
                <a:cubicBezTo>
                  <a:pt x="128653" y="0"/>
                  <a:pt x="122859" y="6646"/>
                  <a:pt x="117240" y="13075"/>
                </a:cubicBezTo>
                <a:cubicBezTo>
                  <a:pt x="111499" y="19628"/>
                  <a:pt x="105569" y="26413"/>
                  <a:pt x="94000" y="26413"/>
                </a:cubicBezTo>
                <a:cubicBezTo>
                  <a:pt x="82199" y="26413"/>
                  <a:pt x="76198" y="31676"/>
                  <a:pt x="70399" y="36750"/>
                </a:cubicBezTo>
                <a:cubicBezTo>
                  <a:pt x="64644" y="41809"/>
                  <a:pt x="58700" y="47028"/>
                  <a:pt x="47000" y="47028"/>
                </a:cubicBezTo>
                <a:cubicBezTo>
                  <a:pt x="35302" y="47028"/>
                  <a:pt x="29343" y="41809"/>
                  <a:pt x="23588" y="36750"/>
                </a:cubicBezTo>
                <a:cubicBezTo>
                  <a:pt x="17789" y="31676"/>
                  <a:pt x="11801" y="26413"/>
                  <a:pt x="0" y="26413"/>
                </a:cubicBezTo>
                <a:lnTo>
                  <a:pt x="0" y="26703"/>
                </a:lnTo>
                <a:cubicBezTo>
                  <a:pt x="11700" y="26703"/>
                  <a:pt x="17644" y="31922"/>
                  <a:pt x="23399" y="36967"/>
                </a:cubicBezTo>
                <a:cubicBezTo>
                  <a:pt x="29198" y="42056"/>
                  <a:pt x="35199" y="47304"/>
                  <a:pt x="47000" y="47304"/>
                </a:cubicBezTo>
                <a:cubicBezTo>
                  <a:pt x="58801" y="47304"/>
                  <a:pt x="64789" y="42056"/>
                  <a:pt x="70588" y="36967"/>
                </a:cubicBezTo>
                <a:cubicBezTo>
                  <a:pt x="76342" y="31922"/>
                  <a:pt x="82301" y="26703"/>
                  <a:pt x="94000" y="26703"/>
                </a:cubicBezTo>
                <a:cubicBezTo>
                  <a:pt x="105700" y="26703"/>
                  <a:pt x="111673" y="19860"/>
                  <a:pt x="117456" y="13249"/>
                </a:cubicBezTo>
                <a:cubicBezTo>
                  <a:pt x="123281" y="6588"/>
                  <a:pt x="128795" y="276"/>
                  <a:pt x="139715" y="276"/>
                </a:cubicBezTo>
                <a:cubicBezTo>
                  <a:pt x="140131" y="276"/>
                  <a:pt x="140554" y="285"/>
                  <a:pt x="140986" y="304"/>
                </a:cubicBezTo>
                <a:cubicBezTo>
                  <a:pt x="152337" y="797"/>
                  <a:pt x="158122" y="9799"/>
                  <a:pt x="164240" y="19309"/>
                </a:cubicBezTo>
                <a:cubicBezTo>
                  <a:pt x="170168" y="28544"/>
                  <a:pt x="176315" y="38084"/>
                  <a:pt x="187971" y="39460"/>
                </a:cubicBezTo>
                <a:cubicBezTo>
                  <a:pt x="189576" y="39649"/>
                  <a:pt x="191074" y="39736"/>
                  <a:pt x="192480" y="39736"/>
                </a:cubicBezTo>
                <a:cubicBezTo>
                  <a:pt x="201143" y="39736"/>
                  <a:pt x="206325" y="36417"/>
                  <a:pt x="211775" y="32937"/>
                </a:cubicBezTo>
                <a:cubicBezTo>
                  <a:pt x="217676" y="29153"/>
                  <a:pt x="223794" y="25239"/>
                  <a:pt x="235000" y="24746"/>
                </a:cubicBezTo>
                <a:cubicBezTo>
                  <a:pt x="246829" y="24224"/>
                  <a:pt x="252773" y="18657"/>
                  <a:pt x="258529" y="13278"/>
                </a:cubicBezTo>
                <a:cubicBezTo>
                  <a:pt x="264531" y="7669"/>
                  <a:pt x="270185" y="2377"/>
                  <a:pt x="281986" y="2377"/>
                </a:cubicBezTo>
                <a:lnTo>
                  <a:pt x="281986" y="2087"/>
                </a:lnTo>
                <a:cubicBezTo>
                  <a:pt x="270083" y="2087"/>
                  <a:pt x="264110" y="7669"/>
                  <a:pt x="258340" y="13075"/>
                </a:cubicBezTo>
                <a:cubicBezTo>
                  <a:pt x="252628" y="18425"/>
                  <a:pt x="246713" y="23948"/>
                  <a:pt x="234986" y="24470"/>
                </a:cubicBezTo>
                <a:cubicBezTo>
                  <a:pt x="223707" y="24949"/>
                  <a:pt x="217560" y="28892"/>
                  <a:pt x="211616" y="32691"/>
                </a:cubicBezTo>
                <a:cubicBezTo>
                  <a:pt x="206208" y="36155"/>
                  <a:pt x="201067" y="39448"/>
                  <a:pt x="192503" y="39448"/>
                </a:cubicBezTo>
                <a:cubicBezTo>
                  <a:pt x="191104" y="39448"/>
                  <a:pt x="189613" y="39360"/>
                  <a:pt x="188015" y="39170"/>
                </a:cubicBezTo>
                <a:cubicBezTo>
                  <a:pt x="176475" y="37823"/>
                  <a:pt x="170371" y="28326"/>
                  <a:pt x="164471" y="19164"/>
                </a:cubicBezTo>
                <a:cubicBezTo>
                  <a:pt x="158310" y="9582"/>
                  <a:pt x="152497" y="521"/>
                  <a:pt x="141000" y="28"/>
                </a:cubicBezTo>
                <a:cubicBezTo>
                  <a:pt x="140573" y="9"/>
                  <a:pt x="140154" y="0"/>
                  <a:pt x="13974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JPMorgan Chase Logo, symbol, meaning, history, PNG, brand" id="308" name="Google Shape;30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1125" y="148300"/>
            <a:ext cx="2091550" cy="117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720000" y="1666100"/>
            <a:ext cx="7704000" cy="21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THESIS: JPMorgan Chase is a blue-chip financial powerhouse uniquely positioned to outperform due to its diversified revenue streams, technological innovation, and resilience in varying interest rate environments.This stock is a buy because it is currently undervalued in the market. </a:t>
            </a:r>
            <a:endParaRPr sz="16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Table of contents</a:t>
            </a:r>
            <a:endParaRPr sz="3500"/>
          </a:p>
        </p:txBody>
      </p:sp>
      <p:sp>
        <p:nvSpPr>
          <p:cNvPr id="320" name="Google Shape;320;p27"/>
          <p:cNvSpPr txBox="1"/>
          <p:nvPr>
            <p:ph idx="2" type="title"/>
          </p:nvPr>
        </p:nvSpPr>
        <p:spPr>
          <a:xfrm>
            <a:off x="720000" y="1342625"/>
            <a:ext cx="1199700" cy="39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21" name="Google Shape;321;p27"/>
          <p:cNvSpPr txBox="1"/>
          <p:nvPr>
            <p:ph idx="1" type="subTitle"/>
          </p:nvPr>
        </p:nvSpPr>
        <p:spPr>
          <a:xfrm>
            <a:off x="2056100" y="1342625"/>
            <a:ext cx="32118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4"/>
                </a:solidFill>
              </a:rPr>
              <a:t>Company Overview</a:t>
            </a:r>
            <a:endParaRPr sz="2700"/>
          </a:p>
        </p:txBody>
      </p:sp>
      <p:sp>
        <p:nvSpPr>
          <p:cNvPr id="322" name="Google Shape;322;p27"/>
          <p:cNvSpPr txBox="1"/>
          <p:nvPr>
            <p:ph idx="7" type="title"/>
          </p:nvPr>
        </p:nvSpPr>
        <p:spPr>
          <a:xfrm>
            <a:off x="720000" y="4140205"/>
            <a:ext cx="1199700" cy="39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23" name="Google Shape;323;p27"/>
          <p:cNvSpPr txBox="1"/>
          <p:nvPr>
            <p:ph idx="8" type="subTitle"/>
          </p:nvPr>
        </p:nvSpPr>
        <p:spPr>
          <a:xfrm>
            <a:off x="2056100" y="4140205"/>
            <a:ext cx="32118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Valuation Method</a:t>
            </a:r>
            <a:endParaRPr/>
          </a:p>
        </p:txBody>
      </p:sp>
      <p:sp>
        <p:nvSpPr>
          <p:cNvPr id="324" name="Google Shape;324;p27"/>
          <p:cNvSpPr txBox="1"/>
          <p:nvPr>
            <p:ph idx="9" type="title"/>
          </p:nvPr>
        </p:nvSpPr>
        <p:spPr>
          <a:xfrm>
            <a:off x="720000" y="3207670"/>
            <a:ext cx="1199700" cy="39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25" name="Google Shape;325;p27"/>
          <p:cNvSpPr txBox="1"/>
          <p:nvPr>
            <p:ph idx="13" type="subTitle"/>
          </p:nvPr>
        </p:nvSpPr>
        <p:spPr>
          <a:xfrm>
            <a:off x="2056100" y="3207670"/>
            <a:ext cx="32118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Analysis</a:t>
            </a:r>
            <a:endParaRPr/>
          </a:p>
        </p:txBody>
      </p:sp>
      <p:sp>
        <p:nvSpPr>
          <p:cNvPr id="326" name="Google Shape;326;p27"/>
          <p:cNvSpPr txBox="1"/>
          <p:nvPr>
            <p:ph idx="14" type="title"/>
          </p:nvPr>
        </p:nvSpPr>
        <p:spPr>
          <a:xfrm>
            <a:off x="720000" y="2275160"/>
            <a:ext cx="1199700" cy="39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27" name="Google Shape;327;p27"/>
          <p:cNvSpPr txBox="1"/>
          <p:nvPr>
            <p:ph idx="15" type="subTitle"/>
          </p:nvPr>
        </p:nvSpPr>
        <p:spPr>
          <a:xfrm>
            <a:off x="2056100" y="2021041"/>
            <a:ext cx="4570200" cy="9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accent4"/>
                </a:solidFill>
              </a:rPr>
              <a:t>Company forecasted success (highlight potential risks and successes)</a:t>
            </a:r>
            <a:endParaRPr/>
          </a:p>
        </p:txBody>
      </p:sp>
      <p:grpSp>
        <p:nvGrpSpPr>
          <p:cNvPr id="328" name="Google Shape;328;p27"/>
          <p:cNvGrpSpPr/>
          <p:nvPr/>
        </p:nvGrpSpPr>
        <p:grpSpPr>
          <a:xfrm>
            <a:off x="6518435" y="3144203"/>
            <a:ext cx="2348437" cy="1932163"/>
            <a:chOff x="6518435" y="3144203"/>
            <a:chExt cx="2348437" cy="1932163"/>
          </a:xfrm>
        </p:grpSpPr>
        <p:sp>
          <p:nvSpPr>
            <p:cNvPr id="329" name="Google Shape;329;p27"/>
            <p:cNvSpPr/>
            <p:nvPr/>
          </p:nvSpPr>
          <p:spPr>
            <a:xfrm>
              <a:off x="6524023" y="4536193"/>
              <a:ext cx="177017" cy="169567"/>
            </a:xfrm>
            <a:custGeom>
              <a:rect b="b" l="l" r="r" t="t"/>
              <a:pathLst>
                <a:path extrusionOk="0" h="2640" w="2756">
                  <a:moveTo>
                    <a:pt x="1" y="1"/>
                  </a:moveTo>
                  <a:lnTo>
                    <a:pt x="1" y="2639"/>
                  </a:lnTo>
                  <a:lnTo>
                    <a:pt x="2755" y="2639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6518435" y="4529706"/>
              <a:ext cx="189093" cy="181642"/>
            </a:xfrm>
            <a:custGeom>
              <a:rect b="b" l="l" r="r" t="t"/>
              <a:pathLst>
                <a:path extrusionOk="0" h="2828" w="2944">
                  <a:moveTo>
                    <a:pt x="2755" y="189"/>
                  </a:moveTo>
                  <a:lnTo>
                    <a:pt x="2755" y="2653"/>
                  </a:lnTo>
                  <a:lnTo>
                    <a:pt x="189" y="2653"/>
                  </a:lnTo>
                  <a:lnTo>
                    <a:pt x="189" y="189"/>
                  </a:lnTo>
                  <a:close/>
                  <a:moveTo>
                    <a:pt x="88" y="1"/>
                  </a:moveTo>
                  <a:cubicBezTo>
                    <a:pt x="44" y="1"/>
                    <a:pt x="1" y="44"/>
                    <a:pt x="1" y="102"/>
                  </a:cubicBezTo>
                  <a:lnTo>
                    <a:pt x="1" y="2740"/>
                  </a:lnTo>
                  <a:cubicBezTo>
                    <a:pt x="1" y="2798"/>
                    <a:pt x="44" y="2827"/>
                    <a:pt x="88" y="2827"/>
                  </a:cubicBezTo>
                  <a:lnTo>
                    <a:pt x="2842" y="2827"/>
                  </a:lnTo>
                  <a:cubicBezTo>
                    <a:pt x="2900" y="2827"/>
                    <a:pt x="2943" y="2798"/>
                    <a:pt x="2943" y="2740"/>
                  </a:cubicBezTo>
                  <a:lnTo>
                    <a:pt x="2943" y="102"/>
                  </a:lnTo>
                  <a:cubicBezTo>
                    <a:pt x="2943" y="44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6606880" y="4700107"/>
              <a:ext cx="12204" cy="229108"/>
            </a:xfrm>
            <a:custGeom>
              <a:rect b="b" l="l" r="r" t="t"/>
              <a:pathLst>
                <a:path extrusionOk="0" h="3567" w="190">
                  <a:moveTo>
                    <a:pt x="87" y="0"/>
                  </a:moveTo>
                  <a:cubicBezTo>
                    <a:pt x="44" y="0"/>
                    <a:pt x="0" y="29"/>
                    <a:pt x="0" y="87"/>
                  </a:cubicBezTo>
                  <a:lnTo>
                    <a:pt x="0" y="3480"/>
                  </a:lnTo>
                  <a:cubicBezTo>
                    <a:pt x="0" y="3524"/>
                    <a:pt x="44" y="3567"/>
                    <a:pt x="87" y="3567"/>
                  </a:cubicBezTo>
                  <a:cubicBezTo>
                    <a:pt x="145" y="3567"/>
                    <a:pt x="189" y="3524"/>
                    <a:pt x="189" y="3480"/>
                  </a:cubicBezTo>
                  <a:lnTo>
                    <a:pt x="189" y="87"/>
                  </a:lnTo>
                  <a:cubicBezTo>
                    <a:pt x="189" y="29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6606880" y="4311838"/>
              <a:ext cx="12204" cy="230007"/>
            </a:xfrm>
            <a:custGeom>
              <a:rect b="b" l="l" r="r" t="t"/>
              <a:pathLst>
                <a:path extrusionOk="0" h="3581" w="190">
                  <a:moveTo>
                    <a:pt x="87" y="0"/>
                  </a:moveTo>
                  <a:cubicBezTo>
                    <a:pt x="44" y="0"/>
                    <a:pt x="0" y="43"/>
                    <a:pt x="0" y="101"/>
                  </a:cubicBezTo>
                  <a:lnTo>
                    <a:pt x="0" y="3494"/>
                  </a:lnTo>
                  <a:cubicBezTo>
                    <a:pt x="0" y="3538"/>
                    <a:pt x="44" y="3581"/>
                    <a:pt x="87" y="3581"/>
                  </a:cubicBezTo>
                  <a:cubicBezTo>
                    <a:pt x="145" y="3581"/>
                    <a:pt x="189" y="3538"/>
                    <a:pt x="189" y="3494"/>
                  </a:cubicBezTo>
                  <a:lnTo>
                    <a:pt x="189" y="101"/>
                  </a:lnTo>
                  <a:cubicBezTo>
                    <a:pt x="189" y="43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6833162" y="3531509"/>
              <a:ext cx="177017" cy="988947"/>
            </a:xfrm>
            <a:custGeom>
              <a:rect b="b" l="l" r="r" t="t"/>
              <a:pathLst>
                <a:path extrusionOk="0" h="15397" w="2756">
                  <a:moveTo>
                    <a:pt x="1" y="1"/>
                  </a:moveTo>
                  <a:lnTo>
                    <a:pt x="1" y="15397"/>
                  </a:lnTo>
                  <a:lnTo>
                    <a:pt x="2755" y="15397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6915119" y="4513841"/>
              <a:ext cx="12139" cy="230136"/>
            </a:xfrm>
            <a:custGeom>
              <a:rect b="b" l="l" r="r" t="t"/>
              <a:pathLst>
                <a:path extrusionOk="0" h="3583" w="189">
                  <a:moveTo>
                    <a:pt x="101" y="1"/>
                  </a:moveTo>
                  <a:cubicBezTo>
                    <a:pt x="43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3" y="3582"/>
                    <a:pt x="101" y="3582"/>
                  </a:cubicBezTo>
                  <a:cubicBezTo>
                    <a:pt x="146" y="3582"/>
                    <a:pt x="188" y="3538"/>
                    <a:pt x="188" y="3495"/>
                  </a:cubicBezTo>
                  <a:lnTo>
                    <a:pt x="188" y="103"/>
                  </a:lnTo>
                  <a:cubicBezTo>
                    <a:pt x="188" y="45"/>
                    <a:pt x="146" y="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7"/>
            <p:cNvSpPr/>
            <p:nvPr/>
          </p:nvSpPr>
          <p:spPr>
            <a:xfrm>
              <a:off x="6915119" y="3307090"/>
              <a:ext cx="12139" cy="230071"/>
            </a:xfrm>
            <a:custGeom>
              <a:rect b="b" l="l" r="r" t="t"/>
              <a:pathLst>
                <a:path extrusionOk="0" h="3582" w="189">
                  <a:moveTo>
                    <a:pt x="101" y="0"/>
                  </a:moveTo>
                  <a:cubicBezTo>
                    <a:pt x="43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3" y="3582"/>
                    <a:pt x="101" y="3582"/>
                  </a:cubicBezTo>
                  <a:cubicBezTo>
                    <a:pt x="146" y="3582"/>
                    <a:pt x="188" y="3538"/>
                    <a:pt x="188" y="3495"/>
                  </a:cubicBezTo>
                  <a:lnTo>
                    <a:pt x="188" y="103"/>
                  </a:lnTo>
                  <a:cubicBezTo>
                    <a:pt x="188" y="45"/>
                    <a:pt x="146" y="0"/>
                    <a:pt x="1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7141337" y="3531509"/>
              <a:ext cx="177017" cy="143489"/>
            </a:xfrm>
            <a:custGeom>
              <a:rect b="b" l="l" r="r" t="t"/>
              <a:pathLst>
                <a:path extrusionOk="0" h="2234" w="2756">
                  <a:moveTo>
                    <a:pt x="1" y="1"/>
                  </a:moveTo>
                  <a:lnTo>
                    <a:pt x="1" y="2233"/>
                  </a:lnTo>
                  <a:lnTo>
                    <a:pt x="2755" y="2233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7"/>
            <p:cNvSpPr/>
            <p:nvPr/>
          </p:nvSpPr>
          <p:spPr>
            <a:xfrm>
              <a:off x="7224257" y="3668383"/>
              <a:ext cx="11240" cy="230071"/>
            </a:xfrm>
            <a:custGeom>
              <a:rect b="b" l="l" r="r" t="t"/>
              <a:pathLst>
                <a:path extrusionOk="0" h="3582" w="175">
                  <a:moveTo>
                    <a:pt x="88" y="0"/>
                  </a:moveTo>
                  <a:cubicBezTo>
                    <a:pt x="30" y="0"/>
                    <a:pt x="1" y="44"/>
                    <a:pt x="1" y="102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2"/>
                  </a:lnTo>
                  <a:cubicBezTo>
                    <a:pt x="175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7"/>
            <p:cNvSpPr/>
            <p:nvPr/>
          </p:nvSpPr>
          <p:spPr>
            <a:xfrm>
              <a:off x="7224257" y="3307090"/>
              <a:ext cx="11240" cy="230071"/>
            </a:xfrm>
            <a:custGeom>
              <a:rect b="b" l="l" r="r" t="t"/>
              <a:pathLst>
                <a:path extrusionOk="0" h="3582" w="175">
                  <a:moveTo>
                    <a:pt x="88" y="0"/>
                  </a:moveTo>
                  <a:cubicBezTo>
                    <a:pt x="30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3"/>
                  </a:lnTo>
                  <a:cubicBezTo>
                    <a:pt x="175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7"/>
            <p:cNvSpPr/>
            <p:nvPr/>
          </p:nvSpPr>
          <p:spPr>
            <a:xfrm>
              <a:off x="7449576" y="3677697"/>
              <a:ext cx="177017" cy="348319"/>
            </a:xfrm>
            <a:custGeom>
              <a:rect b="b" l="l" r="r" t="t"/>
              <a:pathLst>
                <a:path extrusionOk="0" h="5423" w="2756">
                  <a:moveTo>
                    <a:pt x="1" y="0"/>
                  </a:moveTo>
                  <a:lnTo>
                    <a:pt x="1" y="5422"/>
                  </a:lnTo>
                  <a:lnTo>
                    <a:pt x="2755" y="5422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7443988" y="3671209"/>
              <a:ext cx="189093" cy="360394"/>
            </a:xfrm>
            <a:custGeom>
              <a:rect b="b" l="l" r="r" t="t"/>
              <a:pathLst>
                <a:path extrusionOk="0" h="5611" w="2944">
                  <a:moveTo>
                    <a:pt x="2755" y="188"/>
                  </a:moveTo>
                  <a:lnTo>
                    <a:pt x="2755" y="5422"/>
                  </a:lnTo>
                  <a:lnTo>
                    <a:pt x="189" y="5422"/>
                  </a:lnTo>
                  <a:lnTo>
                    <a:pt x="189" y="188"/>
                  </a:lnTo>
                  <a:close/>
                  <a:moveTo>
                    <a:pt x="88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5523"/>
                  </a:lnTo>
                  <a:cubicBezTo>
                    <a:pt x="1" y="5567"/>
                    <a:pt x="44" y="5610"/>
                    <a:pt x="88" y="5610"/>
                  </a:cubicBezTo>
                  <a:lnTo>
                    <a:pt x="2842" y="5610"/>
                  </a:lnTo>
                  <a:cubicBezTo>
                    <a:pt x="2900" y="5610"/>
                    <a:pt x="2943" y="5567"/>
                    <a:pt x="2943" y="5523"/>
                  </a:cubicBezTo>
                  <a:lnTo>
                    <a:pt x="2943" y="101"/>
                  </a:lnTo>
                  <a:cubicBezTo>
                    <a:pt x="2943" y="43"/>
                    <a:pt x="2900" y="0"/>
                    <a:pt x="2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7532432" y="4019464"/>
              <a:ext cx="12204" cy="230007"/>
            </a:xfrm>
            <a:custGeom>
              <a:rect b="b" l="l" r="r" t="t"/>
              <a:pathLst>
                <a:path extrusionOk="0" h="3581" w="190">
                  <a:moveTo>
                    <a:pt x="88" y="0"/>
                  </a:moveTo>
                  <a:cubicBezTo>
                    <a:pt x="45" y="0"/>
                    <a:pt x="1" y="43"/>
                    <a:pt x="1" y="101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88" y="3581"/>
                  </a:cubicBezTo>
                  <a:cubicBezTo>
                    <a:pt x="146" y="3581"/>
                    <a:pt x="190" y="3538"/>
                    <a:pt x="190" y="3494"/>
                  </a:cubicBezTo>
                  <a:lnTo>
                    <a:pt x="190" y="101"/>
                  </a:lnTo>
                  <a:cubicBezTo>
                    <a:pt x="190" y="43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7532432" y="3454241"/>
              <a:ext cx="12204" cy="229108"/>
            </a:xfrm>
            <a:custGeom>
              <a:rect b="b" l="l" r="r" t="t"/>
              <a:pathLst>
                <a:path extrusionOk="0" h="3567" w="190">
                  <a:moveTo>
                    <a:pt x="88" y="0"/>
                  </a:moveTo>
                  <a:cubicBezTo>
                    <a:pt x="45" y="0"/>
                    <a:pt x="1" y="29"/>
                    <a:pt x="1" y="87"/>
                  </a:cubicBezTo>
                  <a:lnTo>
                    <a:pt x="1" y="3479"/>
                  </a:lnTo>
                  <a:cubicBezTo>
                    <a:pt x="1" y="3523"/>
                    <a:pt x="45" y="3566"/>
                    <a:pt x="88" y="3566"/>
                  </a:cubicBezTo>
                  <a:cubicBezTo>
                    <a:pt x="146" y="3566"/>
                    <a:pt x="190" y="3523"/>
                    <a:pt x="190" y="3479"/>
                  </a:cubicBezTo>
                  <a:lnTo>
                    <a:pt x="190" y="87"/>
                  </a:lnTo>
                  <a:cubicBezTo>
                    <a:pt x="190" y="29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7758778" y="4041816"/>
              <a:ext cx="176953" cy="797992"/>
            </a:xfrm>
            <a:custGeom>
              <a:rect b="b" l="l" r="r" t="t"/>
              <a:pathLst>
                <a:path extrusionOk="0" h="12424" w="2755">
                  <a:moveTo>
                    <a:pt x="0" y="0"/>
                  </a:moveTo>
                  <a:lnTo>
                    <a:pt x="0" y="12424"/>
                  </a:lnTo>
                  <a:lnTo>
                    <a:pt x="2754" y="1242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7"/>
            <p:cNvSpPr/>
            <p:nvPr/>
          </p:nvSpPr>
          <p:spPr>
            <a:xfrm>
              <a:off x="7752163" y="4035264"/>
              <a:ext cx="189157" cy="811095"/>
            </a:xfrm>
            <a:custGeom>
              <a:rect b="b" l="l" r="r" t="t"/>
              <a:pathLst>
                <a:path extrusionOk="0" h="12628" w="2945">
                  <a:moveTo>
                    <a:pt x="2755" y="189"/>
                  </a:moveTo>
                  <a:lnTo>
                    <a:pt x="2755" y="12439"/>
                  </a:lnTo>
                  <a:lnTo>
                    <a:pt x="190" y="12439"/>
                  </a:lnTo>
                  <a:lnTo>
                    <a:pt x="190" y="189"/>
                  </a:lnTo>
                  <a:close/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12526"/>
                  </a:lnTo>
                  <a:cubicBezTo>
                    <a:pt x="1" y="12584"/>
                    <a:pt x="45" y="12628"/>
                    <a:pt x="103" y="12628"/>
                  </a:cubicBezTo>
                  <a:lnTo>
                    <a:pt x="2857" y="12628"/>
                  </a:lnTo>
                  <a:cubicBezTo>
                    <a:pt x="2900" y="12628"/>
                    <a:pt x="2944" y="12584"/>
                    <a:pt x="2944" y="12526"/>
                  </a:cubicBezTo>
                  <a:lnTo>
                    <a:pt x="2944" y="102"/>
                  </a:lnTo>
                  <a:cubicBezTo>
                    <a:pt x="2944" y="44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7"/>
            <p:cNvSpPr/>
            <p:nvPr/>
          </p:nvSpPr>
          <p:spPr>
            <a:xfrm>
              <a:off x="7840671" y="4834155"/>
              <a:ext cx="12139" cy="229172"/>
            </a:xfrm>
            <a:custGeom>
              <a:rect b="b" l="l" r="r" t="t"/>
              <a:pathLst>
                <a:path extrusionOk="0" h="3568" w="189">
                  <a:moveTo>
                    <a:pt x="102" y="1"/>
                  </a:moveTo>
                  <a:cubicBezTo>
                    <a:pt x="44" y="1"/>
                    <a:pt x="1" y="45"/>
                    <a:pt x="1" y="88"/>
                  </a:cubicBezTo>
                  <a:lnTo>
                    <a:pt x="1" y="3480"/>
                  </a:lnTo>
                  <a:cubicBezTo>
                    <a:pt x="1" y="3538"/>
                    <a:pt x="44" y="3567"/>
                    <a:pt x="102" y="3567"/>
                  </a:cubicBezTo>
                  <a:cubicBezTo>
                    <a:pt x="146" y="3567"/>
                    <a:pt x="189" y="3538"/>
                    <a:pt x="189" y="3480"/>
                  </a:cubicBezTo>
                  <a:lnTo>
                    <a:pt x="189" y="88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7"/>
            <p:cNvSpPr/>
            <p:nvPr/>
          </p:nvSpPr>
          <p:spPr>
            <a:xfrm>
              <a:off x="7840671" y="3817332"/>
              <a:ext cx="12139" cy="230136"/>
            </a:xfrm>
            <a:custGeom>
              <a:rect b="b" l="l" r="r" t="t"/>
              <a:pathLst>
                <a:path extrusionOk="0" h="3583" w="189"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4" y="3582"/>
                    <a:pt x="102" y="3582"/>
                  </a:cubicBezTo>
                  <a:cubicBezTo>
                    <a:pt x="146" y="3582"/>
                    <a:pt x="189" y="3538"/>
                    <a:pt x="189" y="3495"/>
                  </a:cubicBezTo>
                  <a:lnTo>
                    <a:pt x="189" y="103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8066953" y="4645191"/>
              <a:ext cx="176953" cy="207655"/>
            </a:xfrm>
            <a:custGeom>
              <a:rect b="b" l="l" r="r" t="t"/>
              <a:pathLst>
                <a:path extrusionOk="0" h="3233" w="2755">
                  <a:moveTo>
                    <a:pt x="0" y="0"/>
                  </a:moveTo>
                  <a:lnTo>
                    <a:pt x="0" y="3233"/>
                  </a:lnTo>
                  <a:lnTo>
                    <a:pt x="2754" y="3233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8148846" y="4846295"/>
              <a:ext cx="12204" cy="230071"/>
            </a:xfrm>
            <a:custGeom>
              <a:rect b="b" l="l" r="r" t="t"/>
              <a:pathLst>
                <a:path extrusionOk="0" h="3582" w="190">
                  <a:moveTo>
                    <a:pt x="103" y="1"/>
                  </a:moveTo>
                  <a:cubicBezTo>
                    <a:pt x="45" y="1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103" y="3581"/>
                  </a:cubicBezTo>
                  <a:cubicBezTo>
                    <a:pt x="161" y="3581"/>
                    <a:pt x="190" y="3538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1"/>
                    <a:pt x="1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8148846" y="4420772"/>
              <a:ext cx="12204" cy="230071"/>
            </a:xfrm>
            <a:custGeom>
              <a:rect b="b" l="l" r="r" t="t"/>
              <a:pathLst>
                <a:path extrusionOk="0" h="3582" w="190"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7"/>
                    <a:pt x="45" y="3581"/>
                    <a:pt x="103" y="3581"/>
                  </a:cubicBezTo>
                  <a:cubicBezTo>
                    <a:pt x="161" y="3581"/>
                    <a:pt x="190" y="3537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0"/>
                    <a:pt x="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8375192" y="3632993"/>
              <a:ext cx="176954" cy="988949"/>
            </a:xfrm>
            <a:custGeom>
              <a:rect b="b" l="l" r="r" t="t"/>
              <a:pathLst>
                <a:path extrusionOk="0" h="15397" w="2755">
                  <a:moveTo>
                    <a:pt x="0" y="0"/>
                  </a:moveTo>
                  <a:lnTo>
                    <a:pt x="0" y="15396"/>
                  </a:lnTo>
                  <a:lnTo>
                    <a:pt x="2755" y="15396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8457984" y="4616288"/>
              <a:ext cx="12204" cy="230071"/>
            </a:xfrm>
            <a:custGeom>
              <a:rect b="b" l="l" r="r" t="t"/>
              <a:pathLst>
                <a:path extrusionOk="0" h="3582" w="190">
                  <a:moveTo>
                    <a:pt x="88" y="0"/>
                  </a:moveTo>
                  <a:cubicBezTo>
                    <a:pt x="45" y="0"/>
                    <a:pt x="1" y="45"/>
                    <a:pt x="1" y="87"/>
                  </a:cubicBezTo>
                  <a:lnTo>
                    <a:pt x="1" y="3480"/>
                  </a:lnTo>
                  <a:cubicBezTo>
                    <a:pt x="1" y="3538"/>
                    <a:pt x="45" y="3582"/>
                    <a:pt x="88" y="3582"/>
                  </a:cubicBezTo>
                  <a:cubicBezTo>
                    <a:pt x="146" y="3582"/>
                    <a:pt x="190" y="3538"/>
                    <a:pt x="190" y="3480"/>
                  </a:cubicBezTo>
                  <a:lnTo>
                    <a:pt x="190" y="87"/>
                  </a:lnTo>
                  <a:cubicBezTo>
                    <a:pt x="190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7"/>
            <p:cNvSpPr/>
            <p:nvPr/>
          </p:nvSpPr>
          <p:spPr>
            <a:xfrm>
              <a:off x="8457984" y="3409537"/>
              <a:ext cx="12204" cy="230071"/>
            </a:xfrm>
            <a:custGeom>
              <a:rect b="b" l="l" r="r" t="t"/>
              <a:pathLst>
                <a:path extrusionOk="0" h="3582" w="190">
                  <a:moveTo>
                    <a:pt x="88" y="0"/>
                  </a:moveTo>
                  <a:cubicBezTo>
                    <a:pt x="45" y="0"/>
                    <a:pt x="1" y="44"/>
                    <a:pt x="1" y="87"/>
                  </a:cubicBezTo>
                  <a:lnTo>
                    <a:pt x="1" y="3479"/>
                  </a:lnTo>
                  <a:cubicBezTo>
                    <a:pt x="1" y="3537"/>
                    <a:pt x="45" y="3582"/>
                    <a:pt x="88" y="3582"/>
                  </a:cubicBezTo>
                  <a:cubicBezTo>
                    <a:pt x="146" y="3582"/>
                    <a:pt x="190" y="3537"/>
                    <a:pt x="190" y="3479"/>
                  </a:cubicBezTo>
                  <a:lnTo>
                    <a:pt x="190" y="87"/>
                  </a:lnTo>
                  <a:cubicBezTo>
                    <a:pt x="190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7"/>
            <p:cNvSpPr/>
            <p:nvPr/>
          </p:nvSpPr>
          <p:spPr>
            <a:xfrm>
              <a:off x="8684330" y="3367659"/>
              <a:ext cx="176953" cy="259810"/>
            </a:xfrm>
            <a:custGeom>
              <a:rect b="b" l="l" r="r" t="t"/>
              <a:pathLst>
                <a:path extrusionOk="0" h="4045" w="2755">
                  <a:moveTo>
                    <a:pt x="0" y="0"/>
                  </a:moveTo>
                  <a:lnTo>
                    <a:pt x="0" y="4045"/>
                  </a:lnTo>
                  <a:lnTo>
                    <a:pt x="2755" y="4045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7"/>
            <p:cNvSpPr/>
            <p:nvPr/>
          </p:nvSpPr>
          <p:spPr>
            <a:xfrm>
              <a:off x="8766224" y="3621817"/>
              <a:ext cx="12139" cy="229108"/>
            </a:xfrm>
            <a:custGeom>
              <a:rect b="b" l="l" r="r" t="t"/>
              <a:pathLst>
                <a:path extrusionOk="0" h="3567" w="189">
                  <a:moveTo>
                    <a:pt x="102" y="1"/>
                  </a:moveTo>
                  <a:cubicBezTo>
                    <a:pt x="44" y="1"/>
                    <a:pt x="1" y="30"/>
                    <a:pt x="1" y="88"/>
                  </a:cubicBezTo>
                  <a:lnTo>
                    <a:pt x="1" y="3480"/>
                  </a:lnTo>
                  <a:cubicBezTo>
                    <a:pt x="1" y="3524"/>
                    <a:pt x="44" y="3567"/>
                    <a:pt x="102" y="3567"/>
                  </a:cubicBezTo>
                  <a:cubicBezTo>
                    <a:pt x="146" y="3567"/>
                    <a:pt x="189" y="3524"/>
                    <a:pt x="189" y="3480"/>
                  </a:cubicBezTo>
                  <a:lnTo>
                    <a:pt x="189" y="88"/>
                  </a:lnTo>
                  <a:cubicBezTo>
                    <a:pt x="189" y="30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8766224" y="3144203"/>
              <a:ext cx="12139" cy="230007"/>
            </a:xfrm>
            <a:custGeom>
              <a:rect b="b" l="l" r="r" t="t"/>
              <a:pathLst>
                <a:path extrusionOk="0" h="3581" w="189">
                  <a:moveTo>
                    <a:pt x="102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3479"/>
                  </a:lnTo>
                  <a:cubicBezTo>
                    <a:pt x="1" y="3537"/>
                    <a:pt x="44" y="3580"/>
                    <a:pt x="102" y="3580"/>
                  </a:cubicBezTo>
                  <a:cubicBezTo>
                    <a:pt x="146" y="3580"/>
                    <a:pt x="189" y="3537"/>
                    <a:pt x="189" y="3479"/>
                  </a:cubicBezTo>
                  <a:lnTo>
                    <a:pt x="189" y="101"/>
                  </a:lnTo>
                  <a:cubicBezTo>
                    <a:pt x="189" y="43"/>
                    <a:pt x="146" y="0"/>
                    <a:pt x="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6826610" y="3524958"/>
              <a:ext cx="189157" cy="1001089"/>
            </a:xfrm>
            <a:custGeom>
              <a:rect b="b" l="l" r="r" t="t"/>
              <a:pathLst>
                <a:path extrusionOk="0" h="15586" w="2945">
                  <a:moveTo>
                    <a:pt x="2755" y="190"/>
                  </a:moveTo>
                  <a:lnTo>
                    <a:pt x="2755" y="15397"/>
                  </a:lnTo>
                  <a:lnTo>
                    <a:pt x="190" y="15397"/>
                  </a:lnTo>
                  <a:lnTo>
                    <a:pt x="190" y="190"/>
                  </a:lnTo>
                  <a:close/>
                  <a:moveTo>
                    <a:pt x="103" y="1"/>
                  </a:moveTo>
                  <a:cubicBezTo>
                    <a:pt x="45" y="1"/>
                    <a:pt x="1" y="45"/>
                    <a:pt x="1" y="103"/>
                  </a:cubicBezTo>
                  <a:lnTo>
                    <a:pt x="1" y="15499"/>
                  </a:lnTo>
                  <a:cubicBezTo>
                    <a:pt x="1" y="15557"/>
                    <a:pt x="45" y="15586"/>
                    <a:pt x="103" y="15586"/>
                  </a:cubicBezTo>
                  <a:lnTo>
                    <a:pt x="2857" y="15586"/>
                  </a:lnTo>
                  <a:cubicBezTo>
                    <a:pt x="2900" y="15586"/>
                    <a:pt x="2944" y="15557"/>
                    <a:pt x="2944" y="15499"/>
                  </a:cubicBezTo>
                  <a:lnTo>
                    <a:pt x="2944" y="103"/>
                  </a:lnTo>
                  <a:cubicBezTo>
                    <a:pt x="2944" y="45"/>
                    <a:pt x="2900" y="1"/>
                    <a:pt x="2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7134849" y="3524958"/>
              <a:ext cx="190057" cy="155629"/>
            </a:xfrm>
            <a:custGeom>
              <a:rect b="b" l="l" r="r" t="t"/>
              <a:pathLst>
                <a:path extrusionOk="0" h="2423" w="2959">
                  <a:moveTo>
                    <a:pt x="2769" y="190"/>
                  </a:moveTo>
                  <a:lnTo>
                    <a:pt x="2769" y="2233"/>
                  </a:lnTo>
                  <a:lnTo>
                    <a:pt x="189" y="2233"/>
                  </a:lnTo>
                  <a:lnTo>
                    <a:pt x="189" y="190"/>
                  </a:lnTo>
                  <a:close/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2335"/>
                  </a:lnTo>
                  <a:cubicBezTo>
                    <a:pt x="1" y="2378"/>
                    <a:pt x="44" y="2422"/>
                    <a:pt x="102" y="2422"/>
                  </a:cubicBezTo>
                  <a:lnTo>
                    <a:pt x="2856" y="2422"/>
                  </a:lnTo>
                  <a:cubicBezTo>
                    <a:pt x="2914" y="2422"/>
                    <a:pt x="2958" y="2378"/>
                    <a:pt x="2958" y="2335"/>
                  </a:cubicBezTo>
                  <a:lnTo>
                    <a:pt x="2958" y="103"/>
                  </a:lnTo>
                  <a:cubicBezTo>
                    <a:pt x="2958" y="45"/>
                    <a:pt x="2914" y="1"/>
                    <a:pt x="28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8060466" y="4638640"/>
              <a:ext cx="189992" cy="219795"/>
            </a:xfrm>
            <a:custGeom>
              <a:rect b="b" l="l" r="r" t="t"/>
              <a:pathLst>
                <a:path extrusionOk="0" h="3422" w="2958">
                  <a:moveTo>
                    <a:pt x="2768" y="189"/>
                  </a:moveTo>
                  <a:lnTo>
                    <a:pt x="2768" y="3234"/>
                  </a:lnTo>
                  <a:lnTo>
                    <a:pt x="188" y="3234"/>
                  </a:lnTo>
                  <a:lnTo>
                    <a:pt x="188" y="189"/>
                  </a:lnTo>
                  <a:close/>
                  <a:moveTo>
                    <a:pt x="101" y="0"/>
                  </a:moveTo>
                  <a:cubicBezTo>
                    <a:pt x="43" y="0"/>
                    <a:pt x="0" y="44"/>
                    <a:pt x="0" y="102"/>
                  </a:cubicBezTo>
                  <a:lnTo>
                    <a:pt x="0" y="3335"/>
                  </a:lnTo>
                  <a:cubicBezTo>
                    <a:pt x="0" y="3379"/>
                    <a:pt x="43" y="3422"/>
                    <a:pt x="101" y="3422"/>
                  </a:cubicBezTo>
                  <a:lnTo>
                    <a:pt x="2855" y="3422"/>
                  </a:lnTo>
                  <a:cubicBezTo>
                    <a:pt x="2913" y="3422"/>
                    <a:pt x="2958" y="3379"/>
                    <a:pt x="2958" y="3335"/>
                  </a:cubicBezTo>
                  <a:lnTo>
                    <a:pt x="2958" y="102"/>
                  </a:lnTo>
                  <a:cubicBezTo>
                    <a:pt x="2958" y="44"/>
                    <a:pt x="2913" y="0"/>
                    <a:pt x="28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8369604" y="3627405"/>
              <a:ext cx="189029" cy="1001089"/>
            </a:xfrm>
            <a:custGeom>
              <a:rect b="b" l="l" r="r" t="t"/>
              <a:pathLst>
                <a:path extrusionOk="0" h="15586" w="2943">
                  <a:moveTo>
                    <a:pt x="2755" y="190"/>
                  </a:moveTo>
                  <a:lnTo>
                    <a:pt x="2755" y="15396"/>
                  </a:lnTo>
                  <a:lnTo>
                    <a:pt x="188" y="15396"/>
                  </a:lnTo>
                  <a:lnTo>
                    <a:pt x="188" y="190"/>
                  </a:lnTo>
                  <a:close/>
                  <a:moveTo>
                    <a:pt x="87" y="1"/>
                  </a:moveTo>
                  <a:cubicBezTo>
                    <a:pt x="43" y="1"/>
                    <a:pt x="0" y="45"/>
                    <a:pt x="0" y="87"/>
                  </a:cubicBezTo>
                  <a:lnTo>
                    <a:pt x="0" y="15483"/>
                  </a:lnTo>
                  <a:cubicBezTo>
                    <a:pt x="0" y="15541"/>
                    <a:pt x="43" y="15586"/>
                    <a:pt x="87" y="15586"/>
                  </a:cubicBezTo>
                  <a:lnTo>
                    <a:pt x="2842" y="15586"/>
                  </a:lnTo>
                  <a:cubicBezTo>
                    <a:pt x="2900" y="15586"/>
                    <a:pt x="2943" y="15541"/>
                    <a:pt x="2943" y="15483"/>
                  </a:cubicBezTo>
                  <a:lnTo>
                    <a:pt x="2943" y="87"/>
                  </a:lnTo>
                  <a:cubicBezTo>
                    <a:pt x="2943" y="45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7"/>
            <p:cNvSpPr/>
            <p:nvPr/>
          </p:nvSpPr>
          <p:spPr>
            <a:xfrm>
              <a:off x="8677779" y="3362071"/>
              <a:ext cx="189093" cy="271950"/>
            </a:xfrm>
            <a:custGeom>
              <a:rect b="b" l="l" r="r" t="t"/>
              <a:pathLst>
                <a:path extrusionOk="0" h="4234" w="2944">
                  <a:moveTo>
                    <a:pt x="2755" y="188"/>
                  </a:moveTo>
                  <a:lnTo>
                    <a:pt x="2755" y="4045"/>
                  </a:lnTo>
                  <a:lnTo>
                    <a:pt x="189" y="4045"/>
                  </a:lnTo>
                  <a:lnTo>
                    <a:pt x="189" y="188"/>
                  </a:lnTo>
                  <a:close/>
                  <a:moveTo>
                    <a:pt x="102" y="0"/>
                  </a:moveTo>
                  <a:cubicBezTo>
                    <a:pt x="44" y="0"/>
                    <a:pt x="0" y="43"/>
                    <a:pt x="0" y="87"/>
                  </a:cubicBezTo>
                  <a:lnTo>
                    <a:pt x="0" y="4132"/>
                  </a:lnTo>
                  <a:cubicBezTo>
                    <a:pt x="0" y="4189"/>
                    <a:pt x="44" y="4234"/>
                    <a:pt x="102" y="4234"/>
                  </a:cubicBezTo>
                  <a:lnTo>
                    <a:pt x="2857" y="4234"/>
                  </a:lnTo>
                  <a:cubicBezTo>
                    <a:pt x="2900" y="4234"/>
                    <a:pt x="2944" y="4189"/>
                    <a:pt x="2944" y="4132"/>
                  </a:cubicBezTo>
                  <a:lnTo>
                    <a:pt x="2944" y="87"/>
                  </a:lnTo>
                  <a:cubicBezTo>
                    <a:pt x="2944" y="43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"/>
          <p:cNvSpPr txBox="1"/>
          <p:nvPr>
            <p:ph type="title"/>
          </p:nvPr>
        </p:nvSpPr>
        <p:spPr>
          <a:xfrm>
            <a:off x="713100" y="4219675"/>
            <a:ext cx="7717800" cy="5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Company Overview</a:t>
            </a:r>
            <a:endParaRPr b="0" sz="28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713225" y="2762850"/>
            <a:ext cx="1753800" cy="690900"/>
          </a:xfrm>
          <a:prstGeom prst="rect">
            <a:avLst/>
          </a:prstGeom>
          <a:solidFill>
            <a:srgbClr val="00FF00">
              <a:alpha val="4367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367" name="Google Shape;367;p28" title="image.jpeg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11880" r="11872" t="0"/>
          <a:stretch/>
        </p:blipFill>
        <p:spPr>
          <a:xfrm>
            <a:off x="4480775" y="539500"/>
            <a:ext cx="3950252" cy="2914249"/>
          </a:xfrm>
          <a:prstGeom prst="rect">
            <a:avLst/>
          </a:prstGeom>
        </p:spPr>
      </p:pic>
      <p:grpSp>
        <p:nvGrpSpPr>
          <p:cNvPr id="368" name="Google Shape;368;p28"/>
          <p:cNvGrpSpPr/>
          <p:nvPr/>
        </p:nvGrpSpPr>
        <p:grpSpPr>
          <a:xfrm>
            <a:off x="291401" y="76653"/>
            <a:ext cx="1202212" cy="1920269"/>
            <a:chOff x="11013135" y="64478"/>
            <a:chExt cx="1202212" cy="1920269"/>
          </a:xfrm>
        </p:grpSpPr>
        <p:sp>
          <p:nvSpPr>
            <p:cNvPr id="369" name="Google Shape;369;p28"/>
            <p:cNvSpPr/>
            <p:nvPr/>
          </p:nvSpPr>
          <p:spPr>
            <a:xfrm>
              <a:off x="11018723" y="1293580"/>
              <a:ext cx="177018" cy="169567"/>
            </a:xfrm>
            <a:custGeom>
              <a:rect b="b" l="l" r="r" t="t"/>
              <a:pathLst>
                <a:path extrusionOk="0" h="2640" w="2756">
                  <a:moveTo>
                    <a:pt x="1" y="1"/>
                  </a:moveTo>
                  <a:lnTo>
                    <a:pt x="1" y="2639"/>
                  </a:lnTo>
                  <a:lnTo>
                    <a:pt x="2755" y="2639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8"/>
            <p:cNvSpPr/>
            <p:nvPr/>
          </p:nvSpPr>
          <p:spPr>
            <a:xfrm>
              <a:off x="11013135" y="1287093"/>
              <a:ext cx="189093" cy="181642"/>
            </a:xfrm>
            <a:custGeom>
              <a:rect b="b" l="l" r="r" t="t"/>
              <a:pathLst>
                <a:path extrusionOk="0" h="2828" w="2944">
                  <a:moveTo>
                    <a:pt x="2755" y="189"/>
                  </a:moveTo>
                  <a:lnTo>
                    <a:pt x="2755" y="2653"/>
                  </a:lnTo>
                  <a:lnTo>
                    <a:pt x="189" y="2653"/>
                  </a:lnTo>
                  <a:lnTo>
                    <a:pt x="189" y="189"/>
                  </a:lnTo>
                  <a:close/>
                  <a:moveTo>
                    <a:pt x="88" y="1"/>
                  </a:moveTo>
                  <a:cubicBezTo>
                    <a:pt x="44" y="1"/>
                    <a:pt x="1" y="44"/>
                    <a:pt x="1" y="102"/>
                  </a:cubicBezTo>
                  <a:lnTo>
                    <a:pt x="1" y="2740"/>
                  </a:lnTo>
                  <a:cubicBezTo>
                    <a:pt x="1" y="2798"/>
                    <a:pt x="44" y="2827"/>
                    <a:pt x="88" y="2827"/>
                  </a:cubicBezTo>
                  <a:lnTo>
                    <a:pt x="2842" y="2827"/>
                  </a:lnTo>
                  <a:cubicBezTo>
                    <a:pt x="2900" y="2827"/>
                    <a:pt x="2943" y="2798"/>
                    <a:pt x="2943" y="2740"/>
                  </a:cubicBezTo>
                  <a:lnTo>
                    <a:pt x="2943" y="102"/>
                  </a:lnTo>
                  <a:cubicBezTo>
                    <a:pt x="2943" y="44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11101580" y="1457495"/>
              <a:ext cx="12204" cy="229108"/>
            </a:xfrm>
            <a:custGeom>
              <a:rect b="b" l="l" r="r" t="t"/>
              <a:pathLst>
                <a:path extrusionOk="0" h="3567" w="190">
                  <a:moveTo>
                    <a:pt x="87" y="0"/>
                  </a:moveTo>
                  <a:cubicBezTo>
                    <a:pt x="44" y="0"/>
                    <a:pt x="0" y="29"/>
                    <a:pt x="0" y="87"/>
                  </a:cubicBezTo>
                  <a:lnTo>
                    <a:pt x="0" y="3480"/>
                  </a:lnTo>
                  <a:cubicBezTo>
                    <a:pt x="0" y="3524"/>
                    <a:pt x="44" y="3567"/>
                    <a:pt x="87" y="3567"/>
                  </a:cubicBezTo>
                  <a:cubicBezTo>
                    <a:pt x="145" y="3567"/>
                    <a:pt x="189" y="3524"/>
                    <a:pt x="189" y="3480"/>
                  </a:cubicBezTo>
                  <a:lnTo>
                    <a:pt x="189" y="87"/>
                  </a:lnTo>
                  <a:cubicBezTo>
                    <a:pt x="189" y="29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11101580" y="1069226"/>
              <a:ext cx="12204" cy="230008"/>
            </a:xfrm>
            <a:custGeom>
              <a:rect b="b" l="l" r="r" t="t"/>
              <a:pathLst>
                <a:path extrusionOk="0" h="3581" w="190">
                  <a:moveTo>
                    <a:pt x="87" y="0"/>
                  </a:moveTo>
                  <a:cubicBezTo>
                    <a:pt x="44" y="0"/>
                    <a:pt x="0" y="43"/>
                    <a:pt x="0" y="101"/>
                  </a:cubicBezTo>
                  <a:lnTo>
                    <a:pt x="0" y="3494"/>
                  </a:lnTo>
                  <a:cubicBezTo>
                    <a:pt x="0" y="3538"/>
                    <a:pt x="44" y="3581"/>
                    <a:pt x="87" y="3581"/>
                  </a:cubicBezTo>
                  <a:cubicBezTo>
                    <a:pt x="145" y="3581"/>
                    <a:pt x="189" y="3538"/>
                    <a:pt x="189" y="3494"/>
                  </a:cubicBezTo>
                  <a:lnTo>
                    <a:pt x="189" y="101"/>
                  </a:lnTo>
                  <a:cubicBezTo>
                    <a:pt x="189" y="43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11327862" y="288897"/>
              <a:ext cx="177018" cy="988949"/>
            </a:xfrm>
            <a:custGeom>
              <a:rect b="b" l="l" r="r" t="t"/>
              <a:pathLst>
                <a:path extrusionOk="0" h="15397" w="2756">
                  <a:moveTo>
                    <a:pt x="1" y="1"/>
                  </a:moveTo>
                  <a:lnTo>
                    <a:pt x="1" y="15397"/>
                  </a:lnTo>
                  <a:lnTo>
                    <a:pt x="2755" y="15397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11409819" y="1271228"/>
              <a:ext cx="12139" cy="230136"/>
            </a:xfrm>
            <a:custGeom>
              <a:rect b="b" l="l" r="r" t="t"/>
              <a:pathLst>
                <a:path extrusionOk="0" h="3583" w="189">
                  <a:moveTo>
                    <a:pt x="101" y="1"/>
                  </a:moveTo>
                  <a:cubicBezTo>
                    <a:pt x="43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3" y="3582"/>
                    <a:pt x="101" y="3582"/>
                  </a:cubicBezTo>
                  <a:cubicBezTo>
                    <a:pt x="146" y="3582"/>
                    <a:pt x="188" y="3538"/>
                    <a:pt x="188" y="3495"/>
                  </a:cubicBezTo>
                  <a:lnTo>
                    <a:pt x="188" y="103"/>
                  </a:lnTo>
                  <a:cubicBezTo>
                    <a:pt x="188" y="45"/>
                    <a:pt x="146" y="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11409819" y="64478"/>
              <a:ext cx="12139" cy="230072"/>
            </a:xfrm>
            <a:custGeom>
              <a:rect b="b" l="l" r="r" t="t"/>
              <a:pathLst>
                <a:path extrusionOk="0" h="3582" w="189">
                  <a:moveTo>
                    <a:pt x="101" y="0"/>
                  </a:moveTo>
                  <a:cubicBezTo>
                    <a:pt x="43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3" y="3582"/>
                    <a:pt x="101" y="3582"/>
                  </a:cubicBezTo>
                  <a:cubicBezTo>
                    <a:pt x="146" y="3582"/>
                    <a:pt x="188" y="3538"/>
                    <a:pt x="188" y="3495"/>
                  </a:cubicBezTo>
                  <a:lnTo>
                    <a:pt x="188" y="103"/>
                  </a:lnTo>
                  <a:cubicBezTo>
                    <a:pt x="188" y="45"/>
                    <a:pt x="146" y="0"/>
                    <a:pt x="1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11723667" y="771380"/>
              <a:ext cx="176954" cy="988949"/>
            </a:xfrm>
            <a:custGeom>
              <a:rect b="b" l="l" r="r" t="t"/>
              <a:pathLst>
                <a:path extrusionOk="0" h="15397" w="2755">
                  <a:moveTo>
                    <a:pt x="0" y="0"/>
                  </a:moveTo>
                  <a:lnTo>
                    <a:pt x="0" y="15396"/>
                  </a:lnTo>
                  <a:lnTo>
                    <a:pt x="2755" y="15396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11806459" y="1754675"/>
              <a:ext cx="12204" cy="230072"/>
            </a:xfrm>
            <a:custGeom>
              <a:rect b="b" l="l" r="r" t="t"/>
              <a:pathLst>
                <a:path extrusionOk="0" h="3582" w="190">
                  <a:moveTo>
                    <a:pt x="88" y="0"/>
                  </a:moveTo>
                  <a:cubicBezTo>
                    <a:pt x="45" y="0"/>
                    <a:pt x="1" y="45"/>
                    <a:pt x="1" y="87"/>
                  </a:cubicBezTo>
                  <a:lnTo>
                    <a:pt x="1" y="3480"/>
                  </a:lnTo>
                  <a:cubicBezTo>
                    <a:pt x="1" y="3538"/>
                    <a:pt x="45" y="3582"/>
                    <a:pt x="88" y="3582"/>
                  </a:cubicBezTo>
                  <a:cubicBezTo>
                    <a:pt x="146" y="3582"/>
                    <a:pt x="190" y="3538"/>
                    <a:pt x="190" y="3480"/>
                  </a:cubicBezTo>
                  <a:lnTo>
                    <a:pt x="190" y="87"/>
                  </a:lnTo>
                  <a:cubicBezTo>
                    <a:pt x="190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11806459" y="547924"/>
              <a:ext cx="12204" cy="230072"/>
            </a:xfrm>
            <a:custGeom>
              <a:rect b="b" l="l" r="r" t="t"/>
              <a:pathLst>
                <a:path extrusionOk="0" h="3582" w="190">
                  <a:moveTo>
                    <a:pt x="88" y="0"/>
                  </a:moveTo>
                  <a:cubicBezTo>
                    <a:pt x="45" y="0"/>
                    <a:pt x="1" y="44"/>
                    <a:pt x="1" y="87"/>
                  </a:cubicBezTo>
                  <a:lnTo>
                    <a:pt x="1" y="3479"/>
                  </a:lnTo>
                  <a:cubicBezTo>
                    <a:pt x="1" y="3537"/>
                    <a:pt x="45" y="3582"/>
                    <a:pt x="88" y="3582"/>
                  </a:cubicBezTo>
                  <a:cubicBezTo>
                    <a:pt x="146" y="3582"/>
                    <a:pt x="190" y="3537"/>
                    <a:pt x="190" y="3479"/>
                  </a:cubicBezTo>
                  <a:lnTo>
                    <a:pt x="190" y="87"/>
                  </a:lnTo>
                  <a:cubicBezTo>
                    <a:pt x="190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12032805" y="506047"/>
              <a:ext cx="176954" cy="259810"/>
            </a:xfrm>
            <a:custGeom>
              <a:rect b="b" l="l" r="r" t="t"/>
              <a:pathLst>
                <a:path extrusionOk="0" h="4045" w="2755">
                  <a:moveTo>
                    <a:pt x="0" y="0"/>
                  </a:moveTo>
                  <a:lnTo>
                    <a:pt x="0" y="4045"/>
                  </a:lnTo>
                  <a:lnTo>
                    <a:pt x="2755" y="4045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8"/>
            <p:cNvSpPr/>
            <p:nvPr/>
          </p:nvSpPr>
          <p:spPr>
            <a:xfrm>
              <a:off x="12114699" y="760204"/>
              <a:ext cx="12139" cy="229108"/>
            </a:xfrm>
            <a:custGeom>
              <a:rect b="b" l="l" r="r" t="t"/>
              <a:pathLst>
                <a:path extrusionOk="0" h="3567" w="189">
                  <a:moveTo>
                    <a:pt x="102" y="1"/>
                  </a:moveTo>
                  <a:cubicBezTo>
                    <a:pt x="44" y="1"/>
                    <a:pt x="1" y="30"/>
                    <a:pt x="1" y="88"/>
                  </a:cubicBezTo>
                  <a:lnTo>
                    <a:pt x="1" y="3480"/>
                  </a:lnTo>
                  <a:cubicBezTo>
                    <a:pt x="1" y="3524"/>
                    <a:pt x="44" y="3567"/>
                    <a:pt x="102" y="3567"/>
                  </a:cubicBezTo>
                  <a:cubicBezTo>
                    <a:pt x="146" y="3567"/>
                    <a:pt x="189" y="3524"/>
                    <a:pt x="189" y="3480"/>
                  </a:cubicBezTo>
                  <a:lnTo>
                    <a:pt x="189" y="88"/>
                  </a:lnTo>
                  <a:cubicBezTo>
                    <a:pt x="189" y="30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8"/>
            <p:cNvSpPr/>
            <p:nvPr/>
          </p:nvSpPr>
          <p:spPr>
            <a:xfrm>
              <a:off x="12114699" y="282591"/>
              <a:ext cx="12139" cy="230008"/>
            </a:xfrm>
            <a:custGeom>
              <a:rect b="b" l="l" r="r" t="t"/>
              <a:pathLst>
                <a:path extrusionOk="0" h="3581" w="189">
                  <a:moveTo>
                    <a:pt x="102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3479"/>
                  </a:lnTo>
                  <a:cubicBezTo>
                    <a:pt x="1" y="3537"/>
                    <a:pt x="44" y="3580"/>
                    <a:pt x="102" y="3580"/>
                  </a:cubicBezTo>
                  <a:cubicBezTo>
                    <a:pt x="146" y="3580"/>
                    <a:pt x="189" y="3537"/>
                    <a:pt x="189" y="3479"/>
                  </a:cubicBezTo>
                  <a:lnTo>
                    <a:pt x="189" y="101"/>
                  </a:lnTo>
                  <a:cubicBezTo>
                    <a:pt x="189" y="43"/>
                    <a:pt x="146" y="0"/>
                    <a:pt x="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8"/>
            <p:cNvSpPr/>
            <p:nvPr/>
          </p:nvSpPr>
          <p:spPr>
            <a:xfrm>
              <a:off x="11321310" y="282346"/>
              <a:ext cx="189157" cy="1001089"/>
            </a:xfrm>
            <a:custGeom>
              <a:rect b="b" l="l" r="r" t="t"/>
              <a:pathLst>
                <a:path extrusionOk="0" h="15586" w="2945">
                  <a:moveTo>
                    <a:pt x="2755" y="190"/>
                  </a:moveTo>
                  <a:lnTo>
                    <a:pt x="2755" y="15397"/>
                  </a:lnTo>
                  <a:lnTo>
                    <a:pt x="190" y="15397"/>
                  </a:lnTo>
                  <a:lnTo>
                    <a:pt x="190" y="190"/>
                  </a:lnTo>
                  <a:close/>
                  <a:moveTo>
                    <a:pt x="103" y="1"/>
                  </a:moveTo>
                  <a:cubicBezTo>
                    <a:pt x="45" y="1"/>
                    <a:pt x="1" y="45"/>
                    <a:pt x="1" y="103"/>
                  </a:cubicBezTo>
                  <a:lnTo>
                    <a:pt x="1" y="15499"/>
                  </a:lnTo>
                  <a:cubicBezTo>
                    <a:pt x="1" y="15557"/>
                    <a:pt x="45" y="15586"/>
                    <a:pt x="103" y="15586"/>
                  </a:cubicBezTo>
                  <a:lnTo>
                    <a:pt x="2857" y="15586"/>
                  </a:lnTo>
                  <a:cubicBezTo>
                    <a:pt x="2900" y="15586"/>
                    <a:pt x="2944" y="15557"/>
                    <a:pt x="2944" y="15499"/>
                  </a:cubicBezTo>
                  <a:lnTo>
                    <a:pt x="2944" y="103"/>
                  </a:lnTo>
                  <a:cubicBezTo>
                    <a:pt x="2944" y="45"/>
                    <a:pt x="2900" y="1"/>
                    <a:pt x="2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8"/>
            <p:cNvSpPr/>
            <p:nvPr/>
          </p:nvSpPr>
          <p:spPr>
            <a:xfrm>
              <a:off x="11718079" y="765792"/>
              <a:ext cx="189029" cy="1001089"/>
            </a:xfrm>
            <a:custGeom>
              <a:rect b="b" l="l" r="r" t="t"/>
              <a:pathLst>
                <a:path extrusionOk="0" h="15586" w="2943">
                  <a:moveTo>
                    <a:pt x="2755" y="190"/>
                  </a:moveTo>
                  <a:lnTo>
                    <a:pt x="2755" y="15396"/>
                  </a:lnTo>
                  <a:lnTo>
                    <a:pt x="188" y="15396"/>
                  </a:lnTo>
                  <a:lnTo>
                    <a:pt x="188" y="190"/>
                  </a:lnTo>
                  <a:close/>
                  <a:moveTo>
                    <a:pt x="87" y="1"/>
                  </a:moveTo>
                  <a:cubicBezTo>
                    <a:pt x="43" y="1"/>
                    <a:pt x="0" y="45"/>
                    <a:pt x="0" y="87"/>
                  </a:cubicBezTo>
                  <a:lnTo>
                    <a:pt x="0" y="15483"/>
                  </a:lnTo>
                  <a:cubicBezTo>
                    <a:pt x="0" y="15541"/>
                    <a:pt x="43" y="15586"/>
                    <a:pt x="87" y="15586"/>
                  </a:cubicBezTo>
                  <a:lnTo>
                    <a:pt x="2842" y="15586"/>
                  </a:lnTo>
                  <a:cubicBezTo>
                    <a:pt x="2900" y="15586"/>
                    <a:pt x="2943" y="15541"/>
                    <a:pt x="2943" y="15483"/>
                  </a:cubicBezTo>
                  <a:lnTo>
                    <a:pt x="2943" y="87"/>
                  </a:lnTo>
                  <a:cubicBezTo>
                    <a:pt x="2943" y="45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8"/>
            <p:cNvSpPr/>
            <p:nvPr/>
          </p:nvSpPr>
          <p:spPr>
            <a:xfrm>
              <a:off x="12026254" y="500459"/>
              <a:ext cx="189093" cy="271950"/>
            </a:xfrm>
            <a:custGeom>
              <a:rect b="b" l="l" r="r" t="t"/>
              <a:pathLst>
                <a:path extrusionOk="0" h="4234" w="2944">
                  <a:moveTo>
                    <a:pt x="2755" y="188"/>
                  </a:moveTo>
                  <a:lnTo>
                    <a:pt x="2755" y="4045"/>
                  </a:lnTo>
                  <a:lnTo>
                    <a:pt x="189" y="4045"/>
                  </a:lnTo>
                  <a:lnTo>
                    <a:pt x="189" y="188"/>
                  </a:lnTo>
                  <a:close/>
                  <a:moveTo>
                    <a:pt x="102" y="0"/>
                  </a:moveTo>
                  <a:cubicBezTo>
                    <a:pt x="44" y="0"/>
                    <a:pt x="0" y="43"/>
                    <a:pt x="0" y="87"/>
                  </a:cubicBezTo>
                  <a:lnTo>
                    <a:pt x="0" y="4132"/>
                  </a:lnTo>
                  <a:cubicBezTo>
                    <a:pt x="0" y="4189"/>
                    <a:pt x="44" y="4234"/>
                    <a:pt x="102" y="4234"/>
                  </a:cubicBezTo>
                  <a:lnTo>
                    <a:pt x="2857" y="4234"/>
                  </a:lnTo>
                  <a:cubicBezTo>
                    <a:pt x="2900" y="4234"/>
                    <a:pt x="2944" y="4189"/>
                    <a:pt x="2944" y="4132"/>
                  </a:cubicBezTo>
                  <a:lnTo>
                    <a:pt x="2944" y="87"/>
                  </a:lnTo>
                  <a:cubicBezTo>
                    <a:pt x="2944" y="43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 txBox="1"/>
          <p:nvPr>
            <p:ph type="title"/>
          </p:nvPr>
        </p:nvSpPr>
        <p:spPr>
          <a:xfrm>
            <a:off x="467400" y="213175"/>
            <a:ext cx="4272600" cy="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100">
                <a:solidFill>
                  <a:schemeClr val="accent4"/>
                </a:solidFill>
              </a:rPr>
              <a:t>Company Overview</a:t>
            </a:r>
            <a:endParaRPr b="0" sz="31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/>
          </a:p>
        </p:txBody>
      </p:sp>
      <p:sp>
        <p:nvSpPr>
          <p:cNvPr id="390" name="Google Shape;390;p29"/>
          <p:cNvSpPr txBox="1"/>
          <p:nvPr>
            <p:ph idx="1" type="subTitle"/>
          </p:nvPr>
        </p:nvSpPr>
        <p:spPr>
          <a:xfrm>
            <a:off x="333625" y="769200"/>
            <a:ext cx="5393700" cy="41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AutoNum type="arabicPeriod"/>
            </a:pPr>
            <a:r>
              <a:rPr b="1" lang="en">
                <a:latin typeface="Jura"/>
                <a:ea typeface="Jura"/>
                <a:cs typeface="Jura"/>
                <a:sym typeface="Jura"/>
              </a:rPr>
              <a:t>CEO:</a:t>
            </a:r>
            <a:br>
              <a:rPr b="1" lang="en">
                <a:latin typeface="Jura"/>
                <a:ea typeface="Jura"/>
                <a:cs typeface="Jura"/>
                <a:sym typeface="Jura"/>
              </a:rPr>
            </a:br>
            <a:r>
              <a:rPr lang="en">
                <a:latin typeface="Jura"/>
                <a:ea typeface="Jura"/>
                <a:cs typeface="Jura"/>
                <a:sym typeface="Jura"/>
              </a:rPr>
              <a:t>Jamie Dimon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AutoNum type="arabicPeriod"/>
            </a:pPr>
            <a:r>
              <a:rPr b="1" lang="en">
                <a:latin typeface="Jura"/>
                <a:ea typeface="Jura"/>
                <a:cs typeface="Jura"/>
                <a:sym typeface="Jura"/>
              </a:rPr>
              <a:t>Headquarters:</a:t>
            </a:r>
            <a:br>
              <a:rPr b="1" lang="en">
                <a:latin typeface="Jura"/>
                <a:ea typeface="Jura"/>
                <a:cs typeface="Jura"/>
                <a:sym typeface="Jura"/>
              </a:rPr>
            </a:br>
            <a:r>
              <a:rPr lang="en">
                <a:latin typeface="Jura"/>
                <a:ea typeface="Jura"/>
                <a:cs typeface="Jura"/>
                <a:sym typeface="Jura"/>
              </a:rPr>
              <a:t> New York City, United States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AutoNum type="arabicPeriod"/>
            </a:pPr>
            <a:r>
              <a:rPr b="1" lang="en">
                <a:latin typeface="Jura"/>
                <a:ea typeface="Jura"/>
                <a:cs typeface="Jura"/>
                <a:sym typeface="Jura"/>
              </a:rPr>
              <a:t>Brief History:</a:t>
            </a:r>
            <a:br>
              <a:rPr b="1" lang="en">
                <a:latin typeface="Jura"/>
                <a:ea typeface="Jura"/>
                <a:cs typeface="Jura"/>
                <a:sym typeface="Jura"/>
              </a:rPr>
            </a:br>
            <a:r>
              <a:rPr lang="en">
                <a:latin typeface="Jura"/>
                <a:ea typeface="Jura"/>
                <a:cs typeface="Jura"/>
                <a:sym typeface="Jura"/>
              </a:rPr>
              <a:t>Founded through mergers in 2000, with roots going back to the 18th century. Today, it's one of the world’s largest financial institutions.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AutoNum type="arabicPeriod"/>
            </a:pPr>
            <a:r>
              <a:rPr b="1" lang="en">
                <a:latin typeface="Jura"/>
                <a:ea typeface="Jura"/>
                <a:cs typeface="Jura"/>
                <a:sym typeface="Jura"/>
              </a:rPr>
              <a:t>Services:</a:t>
            </a:r>
            <a:br>
              <a:rPr b="1" lang="en">
                <a:latin typeface="Jura"/>
                <a:ea typeface="Jura"/>
                <a:cs typeface="Jura"/>
                <a:sym typeface="Jura"/>
              </a:rPr>
            </a:br>
            <a:r>
              <a:rPr lang="en">
                <a:latin typeface="Jura"/>
                <a:ea typeface="Jura"/>
                <a:cs typeface="Jura"/>
                <a:sym typeface="Jura"/>
              </a:rPr>
              <a:t>Investment banking, consumer banking, asset management, and commercial banking. Unlike other banks, JP Morgan stands out for its global scale, diverse services, and strong risk management.</a:t>
            </a:r>
            <a:endParaRPr>
              <a:solidFill>
                <a:srgbClr val="191919"/>
              </a:solidFill>
              <a:highlight>
                <a:srgbClr val="FFFF00"/>
              </a:highlight>
              <a:latin typeface="Jura"/>
              <a:ea typeface="Jura"/>
              <a:cs typeface="Jura"/>
              <a:sym typeface="Jur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AutoNum type="arabicPeriod"/>
            </a:pPr>
            <a:r>
              <a:rPr b="1" lang="en">
                <a:latin typeface="Jura"/>
                <a:ea typeface="Jura"/>
                <a:cs typeface="Jura"/>
                <a:sym typeface="Jura"/>
              </a:rPr>
              <a:t>Why It’s Beneficial:</a:t>
            </a:r>
            <a:br>
              <a:rPr b="1" lang="en">
                <a:latin typeface="Jura"/>
                <a:ea typeface="Jura"/>
                <a:cs typeface="Jura"/>
                <a:sym typeface="Jura"/>
              </a:rPr>
            </a:br>
            <a:r>
              <a:rPr lang="en">
                <a:latin typeface="Jura"/>
                <a:ea typeface="Jura"/>
                <a:cs typeface="Jura"/>
                <a:sym typeface="Jura"/>
              </a:rPr>
              <a:t> Helps consumers and businesses manage money, invest, and grow financially with trusted support.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AutoNum type="arabicPeriod"/>
            </a:pPr>
            <a:r>
              <a:rPr b="1" lang="en">
                <a:latin typeface="Jura"/>
                <a:ea typeface="Jura"/>
                <a:cs typeface="Jura"/>
                <a:sym typeface="Jura"/>
              </a:rPr>
              <a:t>Stock Price as of 4/25/25:</a:t>
            </a:r>
            <a:br>
              <a:rPr b="1" lang="en">
                <a:latin typeface="Jura"/>
                <a:ea typeface="Jura"/>
                <a:cs typeface="Jura"/>
                <a:sym typeface="Jura"/>
              </a:rPr>
            </a:br>
            <a:r>
              <a:rPr lang="en">
                <a:latin typeface="Jura"/>
                <a:ea typeface="Jura"/>
                <a:cs typeface="Jura"/>
                <a:sym typeface="Jura"/>
              </a:rPr>
              <a:t>$233.13</a:t>
            </a:r>
            <a:endParaRPr b="1"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GOAL: Explain the company and what they sell and break down what their service or product(s) are</a:t>
            </a:r>
            <a:endParaRPr sz="1300"/>
          </a:p>
        </p:txBody>
      </p:sp>
      <p:pic>
        <p:nvPicPr>
          <p:cNvPr id="391" name="Google Shape;391;p29" title="image.jpe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174" l="0" r="0" t="3184"/>
          <a:stretch/>
        </p:blipFill>
        <p:spPr>
          <a:xfrm>
            <a:off x="5884900" y="945175"/>
            <a:ext cx="2978698" cy="30850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accent4"/>
                </a:solidFill>
              </a:rPr>
              <a:t>Industry Overview</a:t>
            </a:r>
            <a:endParaRPr/>
          </a:p>
        </p:txBody>
      </p:sp>
      <p:sp>
        <p:nvSpPr>
          <p:cNvPr id="397" name="Google Shape;397;p30"/>
          <p:cNvSpPr txBox="1"/>
          <p:nvPr/>
        </p:nvSpPr>
        <p:spPr>
          <a:xfrm>
            <a:off x="644050" y="1085175"/>
            <a:ext cx="7779900" cy="3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ura"/>
              <a:buAutoNum type="arabicPeriod"/>
            </a:pPr>
            <a:r>
              <a:rPr lang="en" sz="13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Is the industry competitive? </a:t>
            </a:r>
            <a:endParaRPr sz="13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ura"/>
              <a:buChar char="-"/>
            </a:pPr>
            <a:r>
              <a:rPr lang="en" sz="13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The banking industry is highly competitive and JP Morgan operates in 100+ countries </a:t>
            </a:r>
            <a:endParaRPr sz="13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 Counter: </a:t>
            </a:r>
            <a:r>
              <a:rPr b="1" lang="en" sz="12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JPMorgan </a:t>
            </a:r>
            <a:r>
              <a:rPr b="1" i="1" lang="en" sz="12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thrives</a:t>
            </a:r>
            <a:r>
              <a:rPr b="1" lang="en" sz="12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 in this environment because they’re huge, smart, tech-forward, and have deep </a:t>
            </a:r>
            <a:r>
              <a:rPr b="1" lang="en" sz="12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pockets</a:t>
            </a:r>
            <a:r>
              <a:rPr b="1" lang="en" sz="12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. </a:t>
            </a:r>
            <a:endParaRPr b="1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ura"/>
              <a:buAutoNum type="arabicPeriod"/>
            </a:pPr>
            <a:r>
              <a:rPr lang="en" sz="13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What is the company's overall market </a:t>
            </a:r>
            <a:r>
              <a:rPr lang="en" sz="13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share</a:t>
            </a:r>
            <a:r>
              <a:rPr lang="en" sz="13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? </a:t>
            </a:r>
            <a:endParaRPr sz="13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ura"/>
              <a:buChar char="-"/>
            </a:pPr>
            <a:r>
              <a:rPr lang="en" sz="1350">
                <a:solidFill>
                  <a:srgbClr val="EEF0FF"/>
                </a:solidFill>
                <a:latin typeface="Jura"/>
                <a:ea typeface="Jura"/>
                <a:cs typeface="Jura"/>
                <a:sym typeface="Jura"/>
              </a:rPr>
              <a:t>JPMorgan Chase's overall market share is 14.31% of total assets in the US as of December 2024. This makes them the leading bank in the country based on assets. </a:t>
            </a:r>
            <a:endParaRPr sz="1350">
              <a:solidFill>
                <a:srgbClr val="EEF0FF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EEF0FF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ura"/>
              <a:buAutoNum type="arabicPeriod"/>
            </a:pPr>
            <a:r>
              <a:rPr lang="en" sz="13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Is the industry that they are in reliable or, in other words, “here to stay?”</a:t>
            </a:r>
            <a:endParaRPr sz="13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ura"/>
              <a:buChar char="-"/>
            </a:pPr>
            <a:r>
              <a:rPr lang="en" sz="13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The banking industry has stayed despite the Great Depression, multiple recessions, the 2008 financial crisis, and years of regulation changes </a:t>
            </a:r>
            <a:endParaRPr sz="13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398" name="Google Shape;398;p30"/>
          <p:cNvSpPr txBox="1"/>
          <p:nvPr/>
        </p:nvSpPr>
        <p:spPr>
          <a:xfrm>
            <a:off x="5861700" y="4038425"/>
            <a:ext cx="32823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"/>
          <p:cNvSpPr txBox="1"/>
          <p:nvPr>
            <p:ph type="title"/>
          </p:nvPr>
        </p:nvSpPr>
        <p:spPr>
          <a:xfrm>
            <a:off x="720000" y="1582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accent4"/>
                </a:solidFill>
              </a:rPr>
              <a:t>Recent News</a:t>
            </a:r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720000" y="730900"/>
            <a:ext cx="7136100" cy="39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rabi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Capital Expenditures.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$17B investment in technology. Highest ever from a financial firm.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This funding supports modernization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roman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Upgrading infrastructures,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roman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Integrating AI,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roman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Developing digital platforms to work </a:t>
            </a: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across</a:t>
            </a: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 different teams.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rabi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New M</a:t>
            </a: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anagement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Michele G. Buck elected to its Board of Directors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President and CEO of The Hershey Company, she has over 30 years of experience in transforming businesses and engaging organizations to accelerate profitable growth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rabi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New market entry.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Planning to open 500 branches over the next five years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They want to increase their presence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Improve visibility in underserved areas for customers and small businesses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rabi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Product(s)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Private Equity &amp; Venture Capital Funds: 15–30%+ annually (high net worth)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ETFs ranging from 4.5% to 20%. Different preferences such as short-term, long-term, lower, and higher risk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2"/>
          <p:cNvSpPr txBox="1"/>
          <p:nvPr>
            <p:ph type="title"/>
          </p:nvPr>
        </p:nvSpPr>
        <p:spPr>
          <a:xfrm>
            <a:off x="720000" y="1948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accent4"/>
                </a:solidFill>
              </a:rPr>
              <a:t>Risk Factors</a:t>
            </a:r>
            <a:endParaRPr/>
          </a:p>
        </p:txBody>
      </p:sp>
      <p:sp>
        <p:nvSpPr>
          <p:cNvPr id="410" name="Google Shape;410;p32"/>
          <p:cNvSpPr txBox="1"/>
          <p:nvPr/>
        </p:nvSpPr>
        <p:spPr>
          <a:xfrm>
            <a:off x="926775" y="767500"/>
            <a:ext cx="7191600" cy="42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ura"/>
              <a:buChar char="➢"/>
            </a:pPr>
            <a:r>
              <a:rPr b="1" lang="en" sz="1300" u="sng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Economic Problems</a:t>
            </a:r>
            <a:br>
              <a:rPr b="1" lang="en" sz="13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</a:br>
            <a:r>
              <a:rPr lang="en" sz="13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A weaker economy may lead to lower demand for loans and investments, reducing the bank’s overall revenue.</a:t>
            </a:r>
            <a:endParaRPr sz="13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ura"/>
              <a:buChar char="➢"/>
            </a:pPr>
            <a:r>
              <a:rPr b="1" lang="en" sz="1300" u="sng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Cyber Attacks</a:t>
            </a:r>
            <a:br>
              <a:rPr b="1" lang="en" sz="13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</a:br>
            <a:r>
              <a:rPr lang="en" sz="13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Cyber attacks could compromise customer data, damaging the bank’s reputation and reducing customer trust.</a:t>
            </a:r>
            <a:endParaRPr sz="13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ura"/>
              <a:buChar char="➢"/>
            </a:pPr>
            <a:r>
              <a:rPr b="1" lang="en" sz="1300" u="sng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Government Rules</a:t>
            </a:r>
            <a:br>
              <a:rPr b="1" lang="en" sz="13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</a:br>
            <a:r>
              <a:rPr lang="en" sz="13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New or more stringent government regulations could increase operating costs or limit certain business activities.</a:t>
            </a:r>
            <a:endParaRPr sz="13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ura"/>
              <a:buChar char="➢"/>
            </a:pPr>
            <a:r>
              <a:rPr b="1" lang="en" sz="1300" u="sng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Interest Rates</a:t>
            </a:r>
            <a:br>
              <a:rPr b="1" lang="en" sz="13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</a:br>
            <a:r>
              <a:rPr lang="en" sz="13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Lower or unstable interest rates can decrease earnings from loans and increase costs related to deposits.</a:t>
            </a:r>
            <a:endParaRPr sz="13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ura"/>
              <a:buChar char="➢"/>
            </a:pPr>
            <a:r>
              <a:rPr b="1" lang="en" sz="1300" u="sng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Stock Market Changes</a:t>
            </a:r>
            <a:br>
              <a:rPr b="1" lang="en" sz="13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</a:br>
            <a:r>
              <a:rPr lang="en" sz="13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Uncertainty or instability in the stock market may negatively impact the bank’s investment and wealth management operations.</a:t>
            </a:r>
            <a:endParaRPr sz="13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11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ura"/>
              <a:buChar char="➢"/>
            </a:pPr>
            <a:r>
              <a:rPr b="1" lang="en" sz="1300" u="sng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Global Conflicts</a:t>
            </a:r>
            <a:br>
              <a:rPr b="1" lang="en" sz="13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</a:br>
            <a:r>
              <a:rPr lang="en" sz="13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Conflicts or political tensions in other countries can affect JPMorgan’s international operations and global strategy.</a:t>
            </a:r>
            <a:endParaRPr sz="13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GOAL: It is important to highlight the risk factors so “investors” know your not completely biased in your thesis.</a:t>
            </a:r>
            <a:endParaRPr sz="12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4"/>
                </a:solidFill>
              </a:rPr>
              <a:t>Competitive Advantages</a:t>
            </a:r>
            <a:endParaRPr/>
          </a:p>
        </p:txBody>
      </p:sp>
      <p:sp>
        <p:nvSpPr>
          <p:cNvPr id="416" name="Google Shape;416;p33"/>
          <p:cNvSpPr txBox="1"/>
          <p:nvPr/>
        </p:nvSpPr>
        <p:spPr>
          <a:xfrm>
            <a:off x="61750" y="576675"/>
            <a:ext cx="5081700" cy="43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alpha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Cost leadership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Lato"/>
              <a:buAutoNum type="roman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JPMorgan </a:t>
            </a:r>
            <a:r>
              <a:rPr b="1"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isn’t the “cheapest” option</a:t>
            </a: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 in retail banking but make up for it in competitive credit card offers and keep fees lower or waive them more easily for retail customers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alpha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Differentiation in service/products: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ura"/>
              <a:buAutoNum type="romanLcPeriod"/>
            </a:pPr>
            <a:r>
              <a:rPr b="1" lang="en" sz="1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Chase credit card, private banking and wealth management services, investment banking division, </a:t>
            </a:r>
            <a:endParaRPr b="1" sz="10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21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Jura"/>
              <a:buAutoNum type="romanLcPeriod"/>
            </a:pPr>
            <a:r>
              <a:rPr b="1" lang="en" sz="1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Kinexys is JPMorgan’s  blockchain-based financial infrastructure ( founded in 2020)</a:t>
            </a:r>
            <a:endParaRPr b="1" sz="10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alpha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Brand recognition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roman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Customers  feel safe parking their money with JPMorgan, 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Lato"/>
              <a:buAutoNum type="romanLcPeriod"/>
            </a:pPr>
            <a:r>
              <a:rPr b="1" lang="en" sz="1100">
                <a:solidFill>
                  <a:schemeClr val="accent5"/>
                </a:solidFill>
                <a:latin typeface="Jura"/>
                <a:ea typeface="Jura"/>
                <a:cs typeface="Jura"/>
                <a:sym typeface="Jura"/>
              </a:rPr>
              <a:t>Chase</a:t>
            </a:r>
            <a:r>
              <a:rPr lang="en" sz="1100">
                <a:solidFill>
                  <a:schemeClr val="accent5"/>
                </a:solidFill>
                <a:latin typeface="Jura"/>
                <a:ea typeface="Jura"/>
                <a:cs typeface="Jura"/>
                <a:sym typeface="Jura"/>
              </a:rPr>
              <a:t> is a household name in consumer banking</a:t>
            </a:r>
            <a:endParaRPr sz="1100">
              <a:solidFill>
                <a:schemeClr val="accent5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alpha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Operating efficiency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Lato"/>
              <a:buAutoNum type="romanLcPeriod"/>
            </a:pPr>
            <a:r>
              <a:rPr b="1"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Economies of scale</a:t>
            </a: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 (massive customer base across divisions)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Lato"/>
              <a:buAutoNum type="romanLcPeriod"/>
            </a:pPr>
            <a:r>
              <a:rPr b="1"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Heavy automation</a:t>
            </a: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 and AI for compliance, fraud detection, customer service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17" name="Google Shape;417;p33" title="imag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7000" y="1170113"/>
            <a:ext cx="3254625" cy="30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4"/>
          <p:cNvSpPr txBox="1"/>
          <p:nvPr>
            <p:ph type="title"/>
          </p:nvPr>
        </p:nvSpPr>
        <p:spPr>
          <a:xfrm>
            <a:off x="1854775" y="2908698"/>
            <a:ext cx="65760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Analysis</a:t>
            </a:r>
            <a:endParaRPr/>
          </a:p>
        </p:txBody>
      </p:sp>
      <p:sp>
        <p:nvSpPr>
          <p:cNvPr id="423" name="Google Shape;423;p34"/>
          <p:cNvSpPr/>
          <p:nvPr/>
        </p:nvSpPr>
        <p:spPr>
          <a:xfrm flipH="1">
            <a:off x="-15325" y="-417700"/>
            <a:ext cx="9144101" cy="2377428"/>
          </a:xfrm>
          <a:custGeom>
            <a:rect b="b" l="l" r="r" t="t"/>
            <a:pathLst>
              <a:path extrusionOk="0" h="73270" w="281986">
                <a:moveTo>
                  <a:pt x="187986" y="1"/>
                </a:moveTo>
                <a:cubicBezTo>
                  <a:pt x="175851" y="1"/>
                  <a:pt x="169617" y="9932"/>
                  <a:pt x="163602" y="19529"/>
                </a:cubicBezTo>
                <a:cubicBezTo>
                  <a:pt x="157875" y="28647"/>
                  <a:pt x="151960" y="38086"/>
                  <a:pt x="140971" y="39288"/>
                </a:cubicBezTo>
                <a:cubicBezTo>
                  <a:pt x="139120" y="39493"/>
                  <a:pt x="137397" y="39586"/>
                  <a:pt x="135781" y="39586"/>
                </a:cubicBezTo>
                <a:cubicBezTo>
                  <a:pt x="126973" y="39586"/>
                  <a:pt x="121388" y="36806"/>
                  <a:pt x="115949" y="34098"/>
                </a:cubicBezTo>
                <a:cubicBezTo>
                  <a:pt x="110806" y="31527"/>
                  <a:pt x="105905" y="29087"/>
                  <a:pt x="98650" y="29087"/>
                </a:cubicBezTo>
                <a:cubicBezTo>
                  <a:pt x="97192" y="29087"/>
                  <a:pt x="95640" y="29185"/>
                  <a:pt x="93971" y="29401"/>
                </a:cubicBezTo>
                <a:cubicBezTo>
                  <a:pt x="81461" y="31025"/>
                  <a:pt x="74560" y="41362"/>
                  <a:pt x="67876" y="51365"/>
                </a:cubicBezTo>
                <a:cubicBezTo>
                  <a:pt x="61903" y="60295"/>
                  <a:pt x="56249" y="68732"/>
                  <a:pt x="46957" y="71414"/>
                </a:cubicBezTo>
                <a:cubicBezTo>
                  <a:pt x="43103" y="72530"/>
                  <a:pt x="39654" y="72985"/>
                  <a:pt x="36493" y="72985"/>
                </a:cubicBezTo>
                <a:cubicBezTo>
                  <a:pt x="29390" y="72985"/>
                  <a:pt x="23741" y="70690"/>
                  <a:pt x="18224" y="68443"/>
                </a:cubicBezTo>
                <a:cubicBezTo>
                  <a:pt x="12715" y="66210"/>
                  <a:pt x="7032" y="63890"/>
                  <a:pt x="0" y="63890"/>
                </a:cubicBezTo>
                <a:lnTo>
                  <a:pt x="0" y="64180"/>
                </a:lnTo>
                <a:cubicBezTo>
                  <a:pt x="6974" y="64180"/>
                  <a:pt x="12642" y="66485"/>
                  <a:pt x="18122" y="68703"/>
                </a:cubicBezTo>
                <a:cubicBezTo>
                  <a:pt x="23675" y="70965"/>
                  <a:pt x="29358" y="73269"/>
                  <a:pt x="36504" y="73269"/>
                </a:cubicBezTo>
                <a:cubicBezTo>
                  <a:pt x="39680" y="73269"/>
                  <a:pt x="43159" y="72806"/>
                  <a:pt x="47029" y="71690"/>
                </a:cubicBezTo>
                <a:cubicBezTo>
                  <a:pt x="56438" y="68978"/>
                  <a:pt x="62106" y="60498"/>
                  <a:pt x="68108" y="51510"/>
                </a:cubicBezTo>
                <a:cubicBezTo>
                  <a:pt x="74748" y="41579"/>
                  <a:pt x="81635" y="31301"/>
                  <a:pt x="94015" y="29691"/>
                </a:cubicBezTo>
                <a:cubicBezTo>
                  <a:pt x="95674" y="29474"/>
                  <a:pt x="97217" y="29376"/>
                  <a:pt x="98667" y="29376"/>
                </a:cubicBezTo>
                <a:cubicBezTo>
                  <a:pt x="105845" y="29376"/>
                  <a:pt x="110716" y="31800"/>
                  <a:pt x="115819" y="34345"/>
                </a:cubicBezTo>
                <a:cubicBezTo>
                  <a:pt x="121289" y="37068"/>
                  <a:pt x="126926" y="39874"/>
                  <a:pt x="135810" y="39874"/>
                </a:cubicBezTo>
                <a:cubicBezTo>
                  <a:pt x="137426" y="39874"/>
                  <a:pt x="139150" y="39781"/>
                  <a:pt x="141000" y="39578"/>
                </a:cubicBezTo>
                <a:cubicBezTo>
                  <a:pt x="152120" y="38346"/>
                  <a:pt x="158078" y="28850"/>
                  <a:pt x="163834" y="19674"/>
                </a:cubicBezTo>
                <a:cubicBezTo>
                  <a:pt x="170096" y="9700"/>
                  <a:pt x="176011" y="277"/>
                  <a:pt x="187986" y="277"/>
                </a:cubicBezTo>
                <a:cubicBezTo>
                  <a:pt x="200077" y="277"/>
                  <a:pt x="205918" y="7887"/>
                  <a:pt x="212094" y="15934"/>
                </a:cubicBezTo>
                <a:cubicBezTo>
                  <a:pt x="217806" y="23370"/>
                  <a:pt x="223707" y="31054"/>
                  <a:pt x="234971" y="32809"/>
                </a:cubicBezTo>
                <a:cubicBezTo>
                  <a:pt x="237288" y="33168"/>
                  <a:pt x="239388" y="33326"/>
                  <a:pt x="241322" y="33326"/>
                </a:cubicBezTo>
                <a:cubicBezTo>
                  <a:pt x="248362" y="33326"/>
                  <a:pt x="253189" y="31223"/>
                  <a:pt x="258239" y="29039"/>
                </a:cubicBezTo>
                <a:cubicBezTo>
                  <a:pt x="264110" y="26488"/>
                  <a:pt x="270765" y="23588"/>
                  <a:pt x="281986" y="23588"/>
                </a:cubicBezTo>
                <a:lnTo>
                  <a:pt x="281986" y="23312"/>
                </a:lnTo>
                <a:cubicBezTo>
                  <a:pt x="270707" y="23312"/>
                  <a:pt x="264023" y="26212"/>
                  <a:pt x="258123" y="28778"/>
                </a:cubicBezTo>
                <a:cubicBezTo>
                  <a:pt x="252935" y="31034"/>
                  <a:pt x="248290" y="33053"/>
                  <a:pt x="241459" y="33053"/>
                </a:cubicBezTo>
                <a:cubicBezTo>
                  <a:pt x="239510" y="33053"/>
                  <a:pt x="237383" y="32889"/>
                  <a:pt x="235015" y="32519"/>
                </a:cubicBezTo>
                <a:cubicBezTo>
                  <a:pt x="223852" y="30793"/>
                  <a:pt x="217995" y="23153"/>
                  <a:pt x="212312" y="15774"/>
                </a:cubicBezTo>
                <a:cubicBezTo>
                  <a:pt x="206092" y="7655"/>
                  <a:pt x="200206" y="1"/>
                  <a:pt x="1879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4" name="Google Shape;424;p34"/>
          <p:cNvGrpSpPr/>
          <p:nvPr/>
        </p:nvGrpSpPr>
        <p:grpSpPr>
          <a:xfrm>
            <a:off x="1313237" y="740858"/>
            <a:ext cx="2563629" cy="1706722"/>
            <a:chOff x="4958237" y="1845233"/>
            <a:chExt cx="2563629" cy="1706722"/>
          </a:xfrm>
        </p:grpSpPr>
        <p:sp>
          <p:nvSpPr>
            <p:cNvPr id="425" name="Google Shape;425;p34"/>
            <p:cNvSpPr/>
            <p:nvPr/>
          </p:nvSpPr>
          <p:spPr>
            <a:xfrm>
              <a:off x="4964557" y="2263827"/>
              <a:ext cx="170769" cy="243503"/>
            </a:xfrm>
            <a:custGeom>
              <a:rect b="b" l="l" r="r" t="t"/>
              <a:pathLst>
                <a:path extrusionOk="0" h="3930" w="2756">
                  <a:moveTo>
                    <a:pt x="1" y="0"/>
                  </a:moveTo>
                  <a:lnTo>
                    <a:pt x="1" y="3929"/>
                  </a:lnTo>
                  <a:lnTo>
                    <a:pt x="2755" y="3929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4"/>
            <p:cNvSpPr/>
            <p:nvPr/>
          </p:nvSpPr>
          <p:spPr>
            <a:xfrm>
              <a:off x="4958237" y="2257569"/>
              <a:ext cx="182480" cy="256019"/>
            </a:xfrm>
            <a:custGeom>
              <a:rect b="b" l="l" r="r" t="t"/>
              <a:pathLst>
                <a:path extrusionOk="0" h="4132" w="2945">
                  <a:moveTo>
                    <a:pt x="2755" y="188"/>
                  </a:moveTo>
                  <a:lnTo>
                    <a:pt x="2755" y="3943"/>
                  </a:lnTo>
                  <a:lnTo>
                    <a:pt x="190" y="3943"/>
                  </a:lnTo>
                  <a:lnTo>
                    <a:pt x="190" y="188"/>
                  </a:lnTo>
                  <a:close/>
                  <a:moveTo>
                    <a:pt x="103" y="0"/>
                  </a:moveTo>
                  <a:cubicBezTo>
                    <a:pt x="45" y="0"/>
                    <a:pt x="1" y="43"/>
                    <a:pt x="1" y="101"/>
                  </a:cubicBezTo>
                  <a:lnTo>
                    <a:pt x="1" y="4030"/>
                  </a:lnTo>
                  <a:cubicBezTo>
                    <a:pt x="1" y="4088"/>
                    <a:pt x="45" y="4131"/>
                    <a:pt x="103" y="4131"/>
                  </a:cubicBezTo>
                  <a:lnTo>
                    <a:pt x="2857" y="4131"/>
                  </a:lnTo>
                  <a:cubicBezTo>
                    <a:pt x="2900" y="4131"/>
                    <a:pt x="2944" y="4088"/>
                    <a:pt x="2944" y="4030"/>
                  </a:cubicBezTo>
                  <a:lnTo>
                    <a:pt x="2944" y="101"/>
                  </a:lnTo>
                  <a:cubicBezTo>
                    <a:pt x="2944" y="43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4"/>
            <p:cNvSpPr/>
            <p:nvPr/>
          </p:nvSpPr>
          <p:spPr>
            <a:xfrm>
              <a:off x="5043617" y="2501872"/>
              <a:ext cx="11711" cy="221011"/>
            </a:xfrm>
            <a:custGeom>
              <a:rect b="b" l="l" r="r" t="t"/>
              <a:pathLst>
                <a:path extrusionOk="0" h="3567" w="189">
                  <a:moveTo>
                    <a:pt x="101" y="0"/>
                  </a:moveTo>
                  <a:cubicBezTo>
                    <a:pt x="43" y="0"/>
                    <a:pt x="0" y="43"/>
                    <a:pt x="0" y="87"/>
                  </a:cubicBezTo>
                  <a:lnTo>
                    <a:pt x="0" y="3480"/>
                  </a:lnTo>
                  <a:cubicBezTo>
                    <a:pt x="0" y="3523"/>
                    <a:pt x="43" y="3567"/>
                    <a:pt x="101" y="3567"/>
                  </a:cubicBezTo>
                  <a:cubicBezTo>
                    <a:pt x="145" y="3567"/>
                    <a:pt x="188" y="3523"/>
                    <a:pt x="188" y="3480"/>
                  </a:cubicBezTo>
                  <a:lnTo>
                    <a:pt x="188" y="87"/>
                  </a:lnTo>
                  <a:cubicBezTo>
                    <a:pt x="188" y="43"/>
                    <a:pt x="145" y="0"/>
                    <a:pt x="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4"/>
            <p:cNvSpPr/>
            <p:nvPr/>
          </p:nvSpPr>
          <p:spPr>
            <a:xfrm>
              <a:off x="5043617" y="2048210"/>
              <a:ext cx="11711" cy="221073"/>
            </a:xfrm>
            <a:custGeom>
              <a:rect b="b" l="l" r="r" t="t"/>
              <a:pathLst>
                <a:path extrusionOk="0" h="3568" w="189">
                  <a:moveTo>
                    <a:pt x="101" y="1"/>
                  </a:moveTo>
                  <a:cubicBezTo>
                    <a:pt x="43" y="1"/>
                    <a:pt x="0" y="30"/>
                    <a:pt x="0" y="88"/>
                  </a:cubicBezTo>
                  <a:lnTo>
                    <a:pt x="0" y="3480"/>
                  </a:lnTo>
                  <a:cubicBezTo>
                    <a:pt x="0" y="3524"/>
                    <a:pt x="43" y="3567"/>
                    <a:pt x="101" y="3567"/>
                  </a:cubicBezTo>
                  <a:cubicBezTo>
                    <a:pt x="145" y="3567"/>
                    <a:pt x="188" y="3524"/>
                    <a:pt x="188" y="3480"/>
                  </a:cubicBezTo>
                  <a:lnTo>
                    <a:pt x="188" y="88"/>
                  </a:lnTo>
                  <a:cubicBezTo>
                    <a:pt x="188" y="30"/>
                    <a:pt x="145" y="1"/>
                    <a:pt x="1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4"/>
            <p:cNvSpPr/>
            <p:nvPr/>
          </p:nvSpPr>
          <p:spPr>
            <a:xfrm>
              <a:off x="5261837" y="2520708"/>
              <a:ext cx="170769" cy="677347"/>
            </a:xfrm>
            <a:custGeom>
              <a:rect b="b" l="l" r="r" t="t"/>
              <a:pathLst>
                <a:path extrusionOk="0" h="10932" w="2756">
                  <a:moveTo>
                    <a:pt x="1" y="0"/>
                  </a:moveTo>
                  <a:lnTo>
                    <a:pt x="1" y="10931"/>
                  </a:lnTo>
                  <a:lnTo>
                    <a:pt x="2755" y="10931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4"/>
            <p:cNvSpPr/>
            <p:nvPr/>
          </p:nvSpPr>
          <p:spPr>
            <a:xfrm>
              <a:off x="5255579" y="2514450"/>
              <a:ext cx="183347" cy="688995"/>
            </a:xfrm>
            <a:custGeom>
              <a:rect b="b" l="l" r="r" t="t"/>
              <a:pathLst>
                <a:path extrusionOk="0" h="11120" w="2959">
                  <a:moveTo>
                    <a:pt x="2769" y="188"/>
                  </a:moveTo>
                  <a:lnTo>
                    <a:pt x="2769" y="10931"/>
                  </a:lnTo>
                  <a:lnTo>
                    <a:pt x="189" y="10931"/>
                  </a:lnTo>
                  <a:lnTo>
                    <a:pt x="189" y="188"/>
                  </a:lnTo>
                  <a:close/>
                  <a:moveTo>
                    <a:pt x="102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11032"/>
                  </a:lnTo>
                  <a:cubicBezTo>
                    <a:pt x="1" y="11076"/>
                    <a:pt x="44" y="11119"/>
                    <a:pt x="102" y="11119"/>
                  </a:cubicBezTo>
                  <a:lnTo>
                    <a:pt x="2856" y="11119"/>
                  </a:lnTo>
                  <a:cubicBezTo>
                    <a:pt x="2914" y="11119"/>
                    <a:pt x="2958" y="11076"/>
                    <a:pt x="2958" y="11032"/>
                  </a:cubicBezTo>
                  <a:lnTo>
                    <a:pt x="2958" y="101"/>
                  </a:lnTo>
                  <a:cubicBezTo>
                    <a:pt x="2958" y="43"/>
                    <a:pt x="2914" y="0"/>
                    <a:pt x="28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4"/>
            <p:cNvSpPr/>
            <p:nvPr/>
          </p:nvSpPr>
          <p:spPr>
            <a:xfrm>
              <a:off x="5341826" y="3191722"/>
              <a:ext cx="10843" cy="221879"/>
            </a:xfrm>
            <a:custGeom>
              <a:rect b="b" l="l" r="r" t="t"/>
              <a:pathLst>
                <a:path extrusionOk="0" h="3581" w="175">
                  <a:moveTo>
                    <a:pt x="87" y="0"/>
                  </a:moveTo>
                  <a:cubicBezTo>
                    <a:pt x="29" y="0"/>
                    <a:pt x="0" y="43"/>
                    <a:pt x="0" y="101"/>
                  </a:cubicBezTo>
                  <a:lnTo>
                    <a:pt x="0" y="3494"/>
                  </a:lnTo>
                  <a:cubicBezTo>
                    <a:pt x="0" y="3538"/>
                    <a:pt x="29" y="3580"/>
                    <a:pt x="87" y="3580"/>
                  </a:cubicBezTo>
                  <a:cubicBezTo>
                    <a:pt x="145" y="3580"/>
                    <a:pt x="174" y="3538"/>
                    <a:pt x="174" y="3494"/>
                  </a:cubicBezTo>
                  <a:lnTo>
                    <a:pt x="174" y="101"/>
                  </a:lnTo>
                  <a:cubicBezTo>
                    <a:pt x="174" y="43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4"/>
            <p:cNvSpPr/>
            <p:nvPr/>
          </p:nvSpPr>
          <p:spPr>
            <a:xfrm>
              <a:off x="5341826" y="2304286"/>
              <a:ext cx="10843" cy="221879"/>
            </a:xfrm>
            <a:custGeom>
              <a:rect b="b" l="l" r="r" t="t"/>
              <a:pathLst>
                <a:path extrusionOk="0" h="3581" w="175">
                  <a:moveTo>
                    <a:pt x="87" y="0"/>
                  </a:moveTo>
                  <a:cubicBezTo>
                    <a:pt x="29" y="0"/>
                    <a:pt x="0" y="43"/>
                    <a:pt x="0" y="101"/>
                  </a:cubicBezTo>
                  <a:lnTo>
                    <a:pt x="0" y="3493"/>
                  </a:lnTo>
                  <a:cubicBezTo>
                    <a:pt x="0" y="3537"/>
                    <a:pt x="29" y="3580"/>
                    <a:pt x="87" y="3580"/>
                  </a:cubicBezTo>
                  <a:cubicBezTo>
                    <a:pt x="145" y="3580"/>
                    <a:pt x="174" y="3537"/>
                    <a:pt x="174" y="3493"/>
                  </a:cubicBezTo>
                  <a:lnTo>
                    <a:pt x="174" y="101"/>
                  </a:lnTo>
                  <a:cubicBezTo>
                    <a:pt x="174" y="43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4"/>
            <p:cNvSpPr/>
            <p:nvPr/>
          </p:nvSpPr>
          <p:spPr>
            <a:xfrm>
              <a:off x="5559179" y="3030877"/>
              <a:ext cx="170769" cy="163574"/>
            </a:xfrm>
            <a:custGeom>
              <a:rect b="b" l="l" r="r" t="t"/>
              <a:pathLst>
                <a:path extrusionOk="0" h="2640" w="2756">
                  <a:moveTo>
                    <a:pt x="1" y="1"/>
                  </a:moveTo>
                  <a:lnTo>
                    <a:pt x="1" y="2639"/>
                  </a:lnTo>
                  <a:lnTo>
                    <a:pt x="2755" y="2639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4"/>
            <p:cNvSpPr/>
            <p:nvPr/>
          </p:nvSpPr>
          <p:spPr>
            <a:xfrm>
              <a:off x="5553788" y="3024619"/>
              <a:ext cx="182418" cy="175223"/>
            </a:xfrm>
            <a:custGeom>
              <a:rect b="b" l="l" r="r" t="t"/>
              <a:pathLst>
                <a:path extrusionOk="0" h="2828" w="2944">
                  <a:moveTo>
                    <a:pt x="2755" y="189"/>
                  </a:moveTo>
                  <a:lnTo>
                    <a:pt x="2755" y="2653"/>
                  </a:lnTo>
                  <a:lnTo>
                    <a:pt x="189" y="2653"/>
                  </a:lnTo>
                  <a:lnTo>
                    <a:pt x="189" y="189"/>
                  </a:lnTo>
                  <a:close/>
                  <a:moveTo>
                    <a:pt x="88" y="1"/>
                  </a:moveTo>
                  <a:cubicBezTo>
                    <a:pt x="44" y="1"/>
                    <a:pt x="1" y="44"/>
                    <a:pt x="1" y="102"/>
                  </a:cubicBezTo>
                  <a:lnTo>
                    <a:pt x="1" y="2740"/>
                  </a:lnTo>
                  <a:cubicBezTo>
                    <a:pt x="1" y="2798"/>
                    <a:pt x="44" y="2827"/>
                    <a:pt x="88" y="2827"/>
                  </a:cubicBezTo>
                  <a:lnTo>
                    <a:pt x="2842" y="2827"/>
                  </a:lnTo>
                  <a:cubicBezTo>
                    <a:pt x="2900" y="2827"/>
                    <a:pt x="2943" y="2798"/>
                    <a:pt x="2943" y="2740"/>
                  </a:cubicBezTo>
                  <a:lnTo>
                    <a:pt x="2943" y="102"/>
                  </a:lnTo>
                  <a:cubicBezTo>
                    <a:pt x="2943" y="44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4"/>
            <p:cNvSpPr/>
            <p:nvPr/>
          </p:nvSpPr>
          <p:spPr>
            <a:xfrm>
              <a:off x="5639106" y="3188996"/>
              <a:ext cx="11773" cy="221011"/>
            </a:xfrm>
            <a:custGeom>
              <a:rect b="b" l="l" r="r" t="t"/>
              <a:pathLst>
                <a:path extrusionOk="0" h="3567" w="190">
                  <a:moveTo>
                    <a:pt x="87" y="0"/>
                  </a:moveTo>
                  <a:cubicBezTo>
                    <a:pt x="44" y="0"/>
                    <a:pt x="0" y="29"/>
                    <a:pt x="0" y="87"/>
                  </a:cubicBezTo>
                  <a:lnTo>
                    <a:pt x="0" y="3480"/>
                  </a:lnTo>
                  <a:cubicBezTo>
                    <a:pt x="0" y="3524"/>
                    <a:pt x="44" y="3567"/>
                    <a:pt x="87" y="3567"/>
                  </a:cubicBezTo>
                  <a:cubicBezTo>
                    <a:pt x="145" y="3567"/>
                    <a:pt x="189" y="3524"/>
                    <a:pt x="189" y="3480"/>
                  </a:cubicBezTo>
                  <a:lnTo>
                    <a:pt x="189" y="87"/>
                  </a:lnTo>
                  <a:cubicBezTo>
                    <a:pt x="189" y="29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4"/>
            <p:cNvSpPr/>
            <p:nvPr/>
          </p:nvSpPr>
          <p:spPr>
            <a:xfrm>
              <a:off x="5639106" y="2814455"/>
              <a:ext cx="11773" cy="221879"/>
            </a:xfrm>
            <a:custGeom>
              <a:rect b="b" l="l" r="r" t="t"/>
              <a:pathLst>
                <a:path extrusionOk="0" h="3581" w="190">
                  <a:moveTo>
                    <a:pt x="87" y="0"/>
                  </a:moveTo>
                  <a:cubicBezTo>
                    <a:pt x="44" y="0"/>
                    <a:pt x="0" y="43"/>
                    <a:pt x="0" y="101"/>
                  </a:cubicBezTo>
                  <a:lnTo>
                    <a:pt x="0" y="3494"/>
                  </a:lnTo>
                  <a:cubicBezTo>
                    <a:pt x="0" y="3538"/>
                    <a:pt x="44" y="3581"/>
                    <a:pt x="87" y="3581"/>
                  </a:cubicBezTo>
                  <a:cubicBezTo>
                    <a:pt x="145" y="3581"/>
                    <a:pt x="189" y="3538"/>
                    <a:pt x="189" y="3494"/>
                  </a:cubicBezTo>
                  <a:lnTo>
                    <a:pt x="189" y="101"/>
                  </a:lnTo>
                  <a:cubicBezTo>
                    <a:pt x="189" y="43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4"/>
            <p:cNvSpPr/>
            <p:nvPr/>
          </p:nvSpPr>
          <p:spPr>
            <a:xfrm>
              <a:off x="5857388" y="2061717"/>
              <a:ext cx="170769" cy="953998"/>
            </a:xfrm>
            <a:custGeom>
              <a:rect b="b" l="l" r="r" t="t"/>
              <a:pathLst>
                <a:path extrusionOk="0" h="15397" w="2756">
                  <a:moveTo>
                    <a:pt x="1" y="1"/>
                  </a:moveTo>
                  <a:lnTo>
                    <a:pt x="1" y="15397"/>
                  </a:lnTo>
                  <a:lnTo>
                    <a:pt x="2755" y="15397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4"/>
            <p:cNvSpPr/>
            <p:nvPr/>
          </p:nvSpPr>
          <p:spPr>
            <a:xfrm>
              <a:off x="5851068" y="2055397"/>
              <a:ext cx="182480" cy="965709"/>
            </a:xfrm>
            <a:custGeom>
              <a:rect b="b" l="l" r="r" t="t"/>
              <a:pathLst>
                <a:path extrusionOk="0" h="15586" w="2945">
                  <a:moveTo>
                    <a:pt x="2755" y="190"/>
                  </a:moveTo>
                  <a:lnTo>
                    <a:pt x="2755" y="15397"/>
                  </a:lnTo>
                  <a:lnTo>
                    <a:pt x="190" y="15397"/>
                  </a:lnTo>
                  <a:lnTo>
                    <a:pt x="190" y="190"/>
                  </a:lnTo>
                  <a:close/>
                  <a:moveTo>
                    <a:pt x="103" y="1"/>
                  </a:moveTo>
                  <a:cubicBezTo>
                    <a:pt x="45" y="1"/>
                    <a:pt x="1" y="45"/>
                    <a:pt x="1" y="103"/>
                  </a:cubicBezTo>
                  <a:lnTo>
                    <a:pt x="1" y="15499"/>
                  </a:lnTo>
                  <a:cubicBezTo>
                    <a:pt x="1" y="15557"/>
                    <a:pt x="45" y="15586"/>
                    <a:pt x="103" y="15586"/>
                  </a:cubicBezTo>
                  <a:lnTo>
                    <a:pt x="2857" y="15586"/>
                  </a:lnTo>
                  <a:cubicBezTo>
                    <a:pt x="2900" y="15586"/>
                    <a:pt x="2944" y="15557"/>
                    <a:pt x="2944" y="15499"/>
                  </a:cubicBezTo>
                  <a:lnTo>
                    <a:pt x="2944" y="103"/>
                  </a:lnTo>
                  <a:cubicBezTo>
                    <a:pt x="2944" y="45"/>
                    <a:pt x="2900" y="1"/>
                    <a:pt x="2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4"/>
            <p:cNvSpPr/>
            <p:nvPr/>
          </p:nvSpPr>
          <p:spPr>
            <a:xfrm>
              <a:off x="5936448" y="3009315"/>
              <a:ext cx="11711" cy="222003"/>
            </a:xfrm>
            <a:custGeom>
              <a:rect b="b" l="l" r="r" t="t"/>
              <a:pathLst>
                <a:path extrusionOk="0" h="3583" w="189">
                  <a:moveTo>
                    <a:pt x="101" y="1"/>
                  </a:moveTo>
                  <a:cubicBezTo>
                    <a:pt x="43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3" y="3582"/>
                    <a:pt x="101" y="3582"/>
                  </a:cubicBezTo>
                  <a:cubicBezTo>
                    <a:pt x="146" y="3582"/>
                    <a:pt x="188" y="3538"/>
                    <a:pt x="188" y="3495"/>
                  </a:cubicBezTo>
                  <a:lnTo>
                    <a:pt x="188" y="103"/>
                  </a:lnTo>
                  <a:cubicBezTo>
                    <a:pt x="188" y="45"/>
                    <a:pt x="146" y="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4"/>
            <p:cNvSpPr/>
            <p:nvPr/>
          </p:nvSpPr>
          <p:spPr>
            <a:xfrm>
              <a:off x="5936448" y="1845233"/>
              <a:ext cx="11711" cy="221941"/>
            </a:xfrm>
            <a:custGeom>
              <a:rect b="b" l="l" r="r" t="t"/>
              <a:pathLst>
                <a:path extrusionOk="0" h="3582" w="189">
                  <a:moveTo>
                    <a:pt x="101" y="0"/>
                  </a:moveTo>
                  <a:cubicBezTo>
                    <a:pt x="43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3" y="3582"/>
                    <a:pt x="101" y="3582"/>
                  </a:cubicBezTo>
                  <a:cubicBezTo>
                    <a:pt x="146" y="3582"/>
                    <a:pt x="188" y="3538"/>
                    <a:pt x="188" y="3495"/>
                  </a:cubicBezTo>
                  <a:lnTo>
                    <a:pt x="188" y="103"/>
                  </a:lnTo>
                  <a:cubicBezTo>
                    <a:pt x="188" y="45"/>
                    <a:pt x="146" y="0"/>
                    <a:pt x="1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4"/>
            <p:cNvSpPr/>
            <p:nvPr/>
          </p:nvSpPr>
          <p:spPr>
            <a:xfrm>
              <a:off x="6154667" y="2061717"/>
              <a:ext cx="170769" cy="138419"/>
            </a:xfrm>
            <a:custGeom>
              <a:rect b="b" l="l" r="r" t="t"/>
              <a:pathLst>
                <a:path extrusionOk="0" h="2234" w="2756">
                  <a:moveTo>
                    <a:pt x="1" y="1"/>
                  </a:moveTo>
                  <a:lnTo>
                    <a:pt x="1" y="2233"/>
                  </a:lnTo>
                  <a:lnTo>
                    <a:pt x="2755" y="2233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4"/>
            <p:cNvSpPr/>
            <p:nvPr/>
          </p:nvSpPr>
          <p:spPr>
            <a:xfrm>
              <a:off x="6148410" y="2055397"/>
              <a:ext cx="183347" cy="150129"/>
            </a:xfrm>
            <a:custGeom>
              <a:rect b="b" l="l" r="r" t="t"/>
              <a:pathLst>
                <a:path extrusionOk="0" h="2423" w="2959">
                  <a:moveTo>
                    <a:pt x="2769" y="190"/>
                  </a:moveTo>
                  <a:lnTo>
                    <a:pt x="2769" y="2233"/>
                  </a:lnTo>
                  <a:lnTo>
                    <a:pt x="189" y="2233"/>
                  </a:lnTo>
                  <a:lnTo>
                    <a:pt x="189" y="190"/>
                  </a:lnTo>
                  <a:close/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2335"/>
                  </a:lnTo>
                  <a:cubicBezTo>
                    <a:pt x="1" y="2378"/>
                    <a:pt x="44" y="2422"/>
                    <a:pt x="102" y="2422"/>
                  </a:cubicBezTo>
                  <a:lnTo>
                    <a:pt x="2856" y="2422"/>
                  </a:lnTo>
                  <a:cubicBezTo>
                    <a:pt x="2914" y="2422"/>
                    <a:pt x="2958" y="2378"/>
                    <a:pt x="2958" y="2335"/>
                  </a:cubicBezTo>
                  <a:lnTo>
                    <a:pt x="2958" y="103"/>
                  </a:lnTo>
                  <a:cubicBezTo>
                    <a:pt x="2958" y="45"/>
                    <a:pt x="2914" y="1"/>
                    <a:pt x="28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4"/>
            <p:cNvSpPr/>
            <p:nvPr/>
          </p:nvSpPr>
          <p:spPr>
            <a:xfrm>
              <a:off x="6234657" y="2193751"/>
              <a:ext cx="10843" cy="221941"/>
            </a:xfrm>
            <a:custGeom>
              <a:rect b="b" l="l" r="r" t="t"/>
              <a:pathLst>
                <a:path extrusionOk="0" h="3582" w="175">
                  <a:moveTo>
                    <a:pt x="88" y="0"/>
                  </a:moveTo>
                  <a:cubicBezTo>
                    <a:pt x="30" y="0"/>
                    <a:pt x="1" y="44"/>
                    <a:pt x="1" y="102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2"/>
                  </a:lnTo>
                  <a:cubicBezTo>
                    <a:pt x="175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4"/>
            <p:cNvSpPr/>
            <p:nvPr/>
          </p:nvSpPr>
          <p:spPr>
            <a:xfrm>
              <a:off x="6234657" y="1845233"/>
              <a:ext cx="10843" cy="221941"/>
            </a:xfrm>
            <a:custGeom>
              <a:rect b="b" l="l" r="r" t="t"/>
              <a:pathLst>
                <a:path extrusionOk="0" h="3582" w="175">
                  <a:moveTo>
                    <a:pt x="88" y="0"/>
                  </a:moveTo>
                  <a:cubicBezTo>
                    <a:pt x="30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3"/>
                  </a:lnTo>
                  <a:cubicBezTo>
                    <a:pt x="175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4"/>
            <p:cNvSpPr/>
            <p:nvPr/>
          </p:nvSpPr>
          <p:spPr>
            <a:xfrm>
              <a:off x="6452009" y="2202735"/>
              <a:ext cx="170769" cy="336009"/>
            </a:xfrm>
            <a:custGeom>
              <a:rect b="b" l="l" r="r" t="t"/>
              <a:pathLst>
                <a:path extrusionOk="0" h="5423" w="2756">
                  <a:moveTo>
                    <a:pt x="1" y="0"/>
                  </a:moveTo>
                  <a:lnTo>
                    <a:pt x="1" y="5422"/>
                  </a:lnTo>
                  <a:lnTo>
                    <a:pt x="2755" y="5422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4"/>
            <p:cNvSpPr/>
            <p:nvPr/>
          </p:nvSpPr>
          <p:spPr>
            <a:xfrm>
              <a:off x="6446619" y="2196477"/>
              <a:ext cx="182418" cy="347658"/>
            </a:xfrm>
            <a:custGeom>
              <a:rect b="b" l="l" r="r" t="t"/>
              <a:pathLst>
                <a:path extrusionOk="0" h="5611" w="2944">
                  <a:moveTo>
                    <a:pt x="2755" y="188"/>
                  </a:moveTo>
                  <a:lnTo>
                    <a:pt x="2755" y="5422"/>
                  </a:lnTo>
                  <a:lnTo>
                    <a:pt x="189" y="5422"/>
                  </a:lnTo>
                  <a:lnTo>
                    <a:pt x="189" y="188"/>
                  </a:lnTo>
                  <a:close/>
                  <a:moveTo>
                    <a:pt x="88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5523"/>
                  </a:lnTo>
                  <a:cubicBezTo>
                    <a:pt x="1" y="5567"/>
                    <a:pt x="44" y="5610"/>
                    <a:pt x="88" y="5610"/>
                  </a:cubicBezTo>
                  <a:lnTo>
                    <a:pt x="2842" y="5610"/>
                  </a:lnTo>
                  <a:cubicBezTo>
                    <a:pt x="2900" y="5610"/>
                    <a:pt x="2943" y="5567"/>
                    <a:pt x="2943" y="5523"/>
                  </a:cubicBezTo>
                  <a:lnTo>
                    <a:pt x="2943" y="101"/>
                  </a:lnTo>
                  <a:cubicBezTo>
                    <a:pt x="2943" y="43"/>
                    <a:pt x="2900" y="0"/>
                    <a:pt x="2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4"/>
            <p:cNvSpPr/>
            <p:nvPr/>
          </p:nvSpPr>
          <p:spPr>
            <a:xfrm>
              <a:off x="6531936" y="2532418"/>
              <a:ext cx="11773" cy="221879"/>
            </a:xfrm>
            <a:custGeom>
              <a:rect b="b" l="l" r="r" t="t"/>
              <a:pathLst>
                <a:path extrusionOk="0" h="3581" w="190">
                  <a:moveTo>
                    <a:pt x="88" y="0"/>
                  </a:moveTo>
                  <a:cubicBezTo>
                    <a:pt x="45" y="0"/>
                    <a:pt x="1" y="43"/>
                    <a:pt x="1" y="101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88" y="3581"/>
                  </a:cubicBezTo>
                  <a:cubicBezTo>
                    <a:pt x="146" y="3581"/>
                    <a:pt x="190" y="3538"/>
                    <a:pt x="190" y="3494"/>
                  </a:cubicBezTo>
                  <a:lnTo>
                    <a:pt x="190" y="101"/>
                  </a:lnTo>
                  <a:cubicBezTo>
                    <a:pt x="190" y="43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4"/>
            <p:cNvSpPr/>
            <p:nvPr/>
          </p:nvSpPr>
          <p:spPr>
            <a:xfrm>
              <a:off x="6531936" y="1987180"/>
              <a:ext cx="11773" cy="221011"/>
            </a:xfrm>
            <a:custGeom>
              <a:rect b="b" l="l" r="r" t="t"/>
              <a:pathLst>
                <a:path extrusionOk="0" h="3567" w="190">
                  <a:moveTo>
                    <a:pt x="88" y="0"/>
                  </a:moveTo>
                  <a:cubicBezTo>
                    <a:pt x="45" y="0"/>
                    <a:pt x="1" y="29"/>
                    <a:pt x="1" y="87"/>
                  </a:cubicBezTo>
                  <a:lnTo>
                    <a:pt x="1" y="3479"/>
                  </a:lnTo>
                  <a:cubicBezTo>
                    <a:pt x="1" y="3523"/>
                    <a:pt x="45" y="3566"/>
                    <a:pt x="88" y="3566"/>
                  </a:cubicBezTo>
                  <a:cubicBezTo>
                    <a:pt x="146" y="3566"/>
                    <a:pt x="190" y="3523"/>
                    <a:pt x="190" y="3479"/>
                  </a:cubicBezTo>
                  <a:lnTo>
                    <a:pt x="190" y="87"/>
                  </a:lnTo>
                  <a:cubicBezTo>
                    <a:pt x="190" y="29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4"/>
            <p:cNvSpPr/>
            <p:nvPr/>
          </p:nvSpPr>
          <p:spPr>
            <a:xfrm>
              <a:off x="6750280" y="2553980"/>
              <a:ext cx="170707" cy="769791"/>
            </a:xfrm>
            <a:custGeom>
              <a:rect b="b" l="l" r="r" t="t"/>
              <a:pathLst>
                <a:path extrusionOk="0" h="12424" w="2755">
                  <a:moveTo>
                    <a:pt x="0" y="0"/>
                  </a:moveTo>
                  <a:lnTo>
                    <a:pt x="0" y="12424"/>
                  </a:lnTo>
                  <a:lnTo>
                    <a:pt x="2754" y="1242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4"/>
            <p:cNvSpPr/>
            <p:nvPr/>
          </p:nvSpPr>
          <p:spPr>
            <a:xfrm>
              <a:off x="6743898" y="2547660"/>
              <a:ext cx="182480" cy="782431"/>
            </a:xfrm>
            <a:custGeom>
              <a:rect b="b" l="l" r="r" t="t"/>
              <a:pathLst>
                <a:path extrusionOk="0" h="12628" w="2945">
                  <a:moveTo>
                    <a:pt x="2755" y="189"/>
                  </a:moveTo>
                  <a:lnTo>
                    <a:pt x="2755" y="12439"/>
                  </a:lnTo>
                  <a:lnTo>
                    <a:pt x="190" y="12439"/>
                  </a:lnTo>
                  <a:lnTo>
                    <a:pt x="190" y="189"/>
                  </a:lnTo>
                  <a:close/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12526"/>
                  </a:lnTo>
                  <a:cubicBezTo>
                    <a:pt x="1" y="12584"/>
                    <a:pt x="45" y="12628"/>
                    <a:pt x="103" y="12628"/>
                  </a:cubicBezTo>
                  <a:lnTo>
                    <a:pt x="2857" y="12628"/>
                  </a:lnTo>
                  <a:cubicBezTo>
                    <a:pt x="2900" y="12628"/>
                    <a:pt x="2944" y="12584"/>
                    <a:pt x="2944" y="12526"/>
                  </a:cubicBezTo>
                  <a:lnTo>
                    <a:pt x="2944" y="102"/>
                  </a:lnTo>
                  <a:cubicBezTo>
                    <a:pt x="2944" y="44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4"/>
            <p:cNvSpPr/>
            <p:nvPr/>
          </p:nvSpPr>
          <p:spPr>
            <a:xfrm>
              <a:off x="6829278" y="3318304"/>
              <a:ext cx="11711" cy="221073"/>
            </a:xfrm>
            <a:custGeom>
              <a:rect b="b" l="l" r="r" t="t"/>
              <a:pathLst>
                <a:path extrusionOk="0" h="3568" w="189">
                  <a:moveTo>
                    <a:pt x="102" y="1"/>
                  </a:moveTo>
                  <a:cubicBezTo>
                    <a:pt x="44" y="1"/>
                    <a:pt x="1" y="45"/>
                    <a:pt x="1" y="88"/>
                  </a:cubicBezTo>
                  <a:lnTo>
                    <a:pt x="1" y="3480"/>
                  </a:lnTo>
                  <a:cubicBezTo>
                    <a:pt x="1" y="3538"/>
                    <a:pt x="44" y="3567"/>
                    <a:pt x="102" y="3567"/>
                  </a:cubicBezTo>
                  <a:cubicBezTo>
                    <a:pt x="146" y="3567"/>
                    <a:pt x="189" y="3538"/>
                    <a:pt x="189" y="3480"/>
                  </a:cubicBezTo>
                  <a:lnTo>
                    <a:pt x="189" y="88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4"/>
            <p:cNvSpPr/>
            <p:nvPr/>
          </p:nvSpPr>
          <p:spPr>
            <a:xfrm>
              <a:off x="6829278" y="2337434"/>
              <a:ext cx="11711" cy="222003"/>
            </a:xfrm>
            <a:custGeom>
              <a:rect b="b" l="l" r="r" t="t"/>
              <a:pathLst>
                <a:path extrusionOk="0" h="3583" w="189"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4" y="3582"/>
                    <a:pt x="102" y="3582"/>
                  </a:cubicBezTo>
                  <a:cubicBezTo>
                    <a:pt x="146" y="3582"/>
                    <a:pt x="189" y="3538"/>
                    <a:pt x="189" y="3495"/>
                  </a:cubicBezTo>
                  <a:lnTo>
                    <a:pt x="189" y="103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4"/>
            <p:cNvSpPr/>
            <p:nvPr/>
          </p:nvSpPr>
          <p:spPr>
            <a:xfrm>
              <a:off x="7047560" y="3136021"/>
              <a:ext cx="170707" cy="200317"/>
            </a:xfrm>
            <a:custGeom>
              <a:rect b="b" l="l" r="r" t="t"/>
              <a:pathLst>
                <a:path extrusionOk="0" h="3233" w="2755">
                  <a:moveTo>
                    <a:pt x="0" y="0"/>
                  </a:moveTo>
                  <a:lnTo>
                    <a:pt x="0" y="3233"/>
                  </a:lnTo>
                  <a:lnTo>
                    <a:pt x="2754" y="3233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4"/>
            <p:cNvSpPr/>
            <p:nvPr/>
          </p:nvSpPr>
          <p:spPr>
            <a:xfrm>
              <a:off x="7041302" y="3129701"/>
              <a:ext cx="183285" cy="212027"/>
            </a:xfrm>
            <a:custGeom>
              <a:rect b="b" l="l" r="r" t="t"/>
              <a:pathLst>
                <a:path extrusionOk="0" h="3422" w="2958">
                  <a:moveTo>
                    <a:pt x="2768" y="189"/>
                  </a:moveTo>
                  <a:lnTo>
                    <a:pt x="2768" y="3234"/>
                  </a:lnTo>
                  <a:lnTo>
                    <a:pt x="188" y="3234"/>
                  </a:lnTo>
                  <a:lnTo>
                    <a:pt x="188" y="189"/>
                  </a:lnTo>
                  <a:close/>
                  <a:moveTo>
                    <a:pt x="101" y="0"/>
                  </a:moveTo>
                  <a:cubicBezTo>
                    <a:pt x="43" y="0"/>
                    <a:pt x="0" y="44"/>
                    <a:pt x="0" y="102"/>
                  </a:cubicBezTo>
                  <a:lnTo>
                    <a:pt x="0" y="3335"/>
                  </a:lnTo>
                  <a:cubicBezTo>
                    <a:pt x="0" y="3379"/>
                    <a:pt x="43" y="3422"/>
                    <a:pt x="101" y="3422"/>
                  </a:cubicBezTo>
                  <a:lnTo>
                    <a:pt x="2855" y="3422"/>
                  </a:lnTo>
                  <a:cubicBezTo>
                    <a:pt x="2913" y="3422"/>
                    <a:pt x="2958" y="3379"/>
                    <a:pt x="2958" y="3335"/>
                  </a:cubicBezTo>
                  <a:lnTo>
                    <a:pt x="2958" y="102"/>
                  </a:lnTo>
                  <a:cubicBezTo>
                    <a:pt x="2958" y="44"/>
                    <a:pt x="2913" y="0"/>
                    <a:pt x="28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4"/>
            <p:cNvSpPr/>
            <p:nvPr/>
          </p:nvSpPr>
          <p:spPr>
            <a:xfrm>
              <a:off x="7126558" y="3330014"/>
              <a:ext cx="11773" cy="221941"/>
            </a:xfrm>
            <a:custGeom>
              <a:rect b="b" l="l" r="r" t="t"/>
              <a:pathLst>
                <a:path extrusionOk="0" h="3582" w="190">
                  <a:moveTo>
                    <a:pt x="103" y="1"/>
                  </a:moveTo>
                  <a:cubicBezTo>
                    <a:pt x="45" y="1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103" y="3581"/>
                  </a:cubicBezTo>
                  <a:cubicBezTo>
                    <a:pt x="161" y="3581"/>
                    <a:pt x="190" y="3538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1"/>
                    <a:pt x="1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4"/>
            <p:cNvSpPr/>
            <p:nvPr/>
          </p:nvSpPr>
          <p:spPr>
            <a:xfrm>
              <a:off x="7126558" y="2919537"/>
              <a:ext cx="11773" cy="221941"/>
            </a:xfrm>
            <a:custGeom>
              <a:rect b="b" l="l" r="r" t="t"/>
              <a:pathLst>
                <a:path extrusionOk="0" h="3582" w="190"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7"/>
                    <a:pt x="45" y="3581"/>
                    <a:pt x="103" y="3581"/>
                  </a:cubicBezTo>
                  <a:cubicBezTo>
                    <a:pt x="161" y="3581"/>
                    <a:pt x="190" y="3537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0"/>
                    <a:pt x="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4"/>
            <p:cNvSpPr/>
            <p:nvPr/>
          </p:nvSpPr>
          <p:spPr>
            <a:xfrm>
              <a:off x="7344901" y="2159612"/>
              <a:ext cx="170707" cy="953998"/>
            </a:xfrm>
            <a:custGeom>
              <a:rect b="b" l="l" r="r" t="t"/>
              <a:pathLst>
                <a:path extrusionOk="0" h="15397" w="2755">
                  <a:moveTo>
                    <a:pt x="0" y="0"/>
                  </a:moveTo>
                  <a:lnTo>
                    <a:pt x="0" y="15396"/>
                  </a:lnTo>
                  <a:lnTo>
                    <a:pt x="2755" y="15396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4"/>
            <p:cNvSpPr/>
            <p:nvPr/>
          </p:nvSpPr>
          <p:spPr>
            <a:xfrm>
              <a:off x="7339511" y="2154221"/>
              <a:ext cx="182356" cy="965709"/>
            </a:xfrm>
            <a:custGeom>
              <a:rect b="b" l="l" r="r" t="t"/>
              <a:pathLst>
                <a:path extrusionOk="0" h="15586" w="2943">
                  <a:moveTo>
                    <a:pt x="2755" y="190"/>
                  </a:moveTo>
                  <a:lnTo>
                    <a:pt x="2755" y="15396"/>
                  </a:lnTo>
                  <a:lnTo>
                    <a:pt x="188" y="15396"/>
                  </a:lnTo>
                  <a:lnTo>
                    <a:pt x="188" y="190"/>
                  </a:lnTo>
                  <a:close/>
                  <a:moveTo>
                    <a:pt x="87" y="1"/>
                  </a:moveTo>
                  <a:cubicBezTo>
                    <a:pt x="43" y="1"/>
                    <a:pt x="0" y="45"/>
                    <a:pt x="0" y="87"/>
                  </a:cubicBezTo>
                  <a:lnTo>
                    <a:pt x="0" y="15483"/>
                  </a:lnTo>
                  <a:cubicBezTo>
                    <a:pt x="0" y="15541"/>
                    <a:pt x="43" y="15586"/>
                    <a:pt x="87" y="15586"/>
                  </a:cubicBezTo>
                  <a:lnTo>
                    <a:pt x="2842" y="15586"/>
                  </a:lnTo>
                  <a:cubicBezTo>
                    <a:pt x="2900" y="15586"/>
                    <a:pt x="2943" y="15541"/>
                    <a:pt x="2943" y="15483"/>
                  </a:cubicBezTo>
                  <a:lnTo>
                    <a:pt x="2943" y="87"/>
                  </a:lnTo>
                  <a:cubicBezTo>
                    <a:pt x="2943" y="45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4"/>
            <p:cNvSpPr/>
            <p:nvPr/>
          </p:nvSpPr>
          <p:spPr>
            <a:xfrm>
              <a:off x="7424767" y="3108140"/>
              <a:ext cx="11773" cy="221941"/>
            </a:xfrm>
            <a:custGeom>
              <a:rect b="b" l="l" r="r" t="t"/>
              <a:pathLst>
                <a:path extrusionOk="0" h="3582" w="190">
                  <a:moveTo>
                    <a:pt x="88" y="0"/>
                  </a:moveTo>
                  <a:cubicBezTo>
                    <a:pt x="45" y="0"/>
                    <a:pt x="1" y="45"/>
                    <a:pt x="1" y="87"/>
                  </a:cubicBezTo>
                  <a:lnTo>
                    <a:pt x="1" y="3480"/>
                  </a:lnTo>
                  <a:cubicBezTo>
                    <a:pt x="1" y="3538"/>
                    <a:pt x="45" y="3582"/>
                    <a:pt x="88" y="3582"/>
                  </a:cubicBezTo>
                  <a:cubicBezTo>
                    <a:pt x="146" y="3582"/>
                    <a:pt x="190" y="3538"/>
                    <a:pt x="190" y="3480"/>
                  </a:cubicBezTo>
                  <a:lnTo>
                    <a:pt x="190" y="87"/>
                  </a:lnTo>
                  <a:cubicBezTo>
                    <a:pt x="190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4"/>
            <p:cNvSpPr/>
            <p:nvPr/>
          </p:nvSpPr>
          <p:spPr>
            <a:xfrm>
              <a:off x="7424767" y="1944057"/>
              <a:ext cx="11773" cy="221941"/>
            </a:xfrm>
            <a:custGeom>
              <a:rect b="b" l="l" r="r" t="t"/>
              <a:pathLst>
                <a:path extrusionOk="0" h="3582" w="190">
                  <a:moveTo>
                    <a:pt x="88" y="0"/>
                  </a:moveTo>
                  <a:cubicBezTo>
                    <a:pt x="45" y="0"/>
                    <a:pt x="1" y="44"/>
                    <a:pt x="1" y="87"/>
                  </a:cubicBezTo>
                  <a:lnTo>
                    <a:pt x="1" y="3479"/>
                  </a:lnTo>
                  <a:cubicBezTo>
                    <a:pt x="1" y="3537"/>
                    <a:pt x="45" y="3582"/>
                    <a:pt x="88" y="3582"/>
                  </a:cubicBezTo>
                  <a:cubicBezTo>
                    <a:pt x="146" y="3582"/>
                    <a:pt x="190" y="3537"/>
                    <a:pt x="190" y="3479"/>
                  </a:cubicBezTo>
                  <a:lnTo>
                    <a:pt x="190" y="87"/>
                  </a:lnTo>
                  <a:cubicBezTo>
                    <a:pt x="190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1" name="Google Shape;461;p34"/>
          <p:cNvSpPr/>
          <p:nvPr/>
        </p:nvSpPr>
        <p:spPr>
          <a:xfrm>
            <a:off x="2808075" y="3132450"/>
            <a:ext cx="1668300" cy="759900"/>
          </a:xfrm>
          <a:prstGeom prst="rect">
            <a:avLst/>
          </a:prstGeom>
          <a:solidFill>
            <a:srgbClr val="00FF00">
              <a:alpha val="43670"/>
            </a:srgbClr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03</a:t>
            </a:r>
            <a:endParaRPr sz="50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35"/>
          <p:cNvSpPr txBox="1"/>
          <p:nvPr>
            <p:ph type="title"/>
          </p:nvPr>
        </p:nvSpPr>
        <p:spPr>
          <a:xfrm>
            <a:off x="-179900" y="834300"/>
            <a:ext cx="5738100" cy="4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accent4"/>
                </a:solidFill>
              </a:rPr>
              <a:t>Historical stock price</a:t>
            </a:r>
            <a:endParaRPr/>
          </a:p>
        </p:txBody>
      </p:sp>
      <p:sp>
        <p:nvSpPr>
          <p:cNvPr id="467" name="Google Shape;467;p35"/>
          <p:cNvSpPr txBox="1"/>
          <p:nvPr/>
        </p:nvSpPr>
        <p:spPr>
          <a:xfrm>
            <a:off x="0" y="1887225"/>
            <a:ext cx="48864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ura"/>
              <a:buAutoNum type="arabicPeriod"/>
            </a:pPr>
            <a:r>
              <a:rPr lang="en" sz="13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How does the stock price shape against the S&amp;P or the Dow Jones? </a:t>
            </a:r>
            <a:endParaRPr sz="13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alpha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JPM has been outperforming the S&amp;P since 2023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Lato"/>
              <a:buAutoNum type="alphaLcPeriod"/>
            </a:pPr>
            <a:r>
              <a:rPr lang="en" sz="1100">
                <a:solidFill>
                  <a:schemeClr val="accent5"/>
                </a:solidFill>
                <a:latin typeface="Jura"/>
                <a:ea typeface="Jura"/>
                <a:cs typeface="Jura"/>
                <a:sym typeface="Jura"/>
              </a:rPr>
              <a:t>Volatility (1Y) = </a:t>
            </a:r>
            <a:r>
              <a:rPr b="1" lang="en" sz="1100">
                <a:solidFill>
                  <a:schemeClr val="accent5"/>
                </a:solidFill>
                <a:latin typeface="Jura"/>
                <a:ea typeface="Jura"/>
                <a:cs typeface="Jura"/>
                <a:sym typeface="Jura"/>
              </a:rPr>
              <a:t>28.76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ura"/>
              <a:buAutoNum type="arabicPeriod"/>
            </a:pPr>
            <a:r>
              <a:rPr lang="en" sz="13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Has the company been growing in stock price for the past 3-5 years? </a:t>
            </a:r>
            <a:endParaRPr sz="13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Jura"/>
              <a:buAutoNum type="alphaLcPeriod"/>
            </a:pPr>
            <a:r>
              <a:rPr lang="en" sz="13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The stock price has grown over 164% in  the past 4.99 years </a:t>
            </a:r>
            <a:endParaRPr sz="13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468" name="Google Shape;468;p35" title="Screenshot 2025-04-10 at 2.58.28 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40175" y="433400"/>
            <a:ext cx="4080927" cy="22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35" title="Screenshot 2025-04-15 at 5.33.39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6400" y="2757903"/>
            <a:ext cx="4134764" cy="229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6"/>
          <p:cNvSpPr txBox="1"/>
          <p:nvPr/>
        </p:nvSpPr>
        <p:spPr>
          <a:xfrm>
            <a:off x="2585625" y="1840925"/>
            <a:ext cx="589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Company’s Forecasted Success</a:t>
            </a:r>
            <a:endParaRPr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475" name="Google Shape;475;p36"/>
          <p:cNvSpPr/>
          <p:nvPr/>
        </p:nvSpPr>
        <p:spPr>
          <a:xfrm>
            <a:off x="395850" y="1819775"/>
            <a:ext cx="1593900" cy="657900"/>
          </a:xfrm>
          <a:prstGeom prst="rect">
            <a:avLst/>
          </a:prstGeom>
          <a:solidFill>
            <a:srgbClr val="89FFFF">
              <a:alpha val="443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02</a:t>
            </a:r>
            <a:endParaRPr sz="50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accent4"/>
                </a:solidFill>
              </a:rPr>
              <a:t>Basic Financial Analysis</a:t>
            </a:r>
            <a:endParaRPr/>
          </a:p>
        </p:txBody>
      </p:sp>
      <p:sp>
        <p:nvSpPr>
          <p:cNvPr id="481" name="Google Shape;481;p37"/>
          <p:cNvSpPr txBox="1"/>
          <p:nvPr/>
        </p:nvSpPr>
        <p:spPr>
          <a:xfrm>
            <a:off x="1166100" y="979725"/>
            <a:ext cx="6811800" cy="3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rabi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Total revenue brought in last year = 177,556 (in millions)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They kept (net income) = 58,471 (in millions)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Profit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roman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They have a 33% </a:t>
            </a: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profit</a:t>
            </a: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 margin (</a:t>
            </a: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58,471 / 177,556)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Profit Margin for 2023 was 31%, and for 2022 it was 29%.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The average for the industry is 27.2%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rabi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Expected growth for the next 3 years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2026: $341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2027: $403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Jura"/>
              <a:buAutoNum type="alphaLcPeriod"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2028: $431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Data according to CoinPrice Forecast, they integrate data science and machine learning techniques. 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Jura"/>
                <a:ea typeface="Jura"/>
                <a:cs typeface="Jura"/>
                <a:sym typeface="Jura"/>
                <a:hlinkClick r:id="rId3"/>
              </a:rPr>
              <a:t>CoinPrice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Jura"/>
                <a:ea typeface="Jura"/>
                <a:cs typeface="Jura"/>
                <a:sym typeface="Jura"/>
                <a:hlinkClick r:id="rId4"/>
              </a:rPr>
              <a:t>LiteFinance</a:t>
            </a:r>
            <a:endParaRPr sz="12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8"/>
          <p:cNvSpPr txBox="1"/>
          <p:nvPr>
            <p:ph type="title"/>
          </p:nvPr>
        </p:nvSpPr>
        <p:spPr>
          <a:xfrm>
            <a:off x="1826975" y="2945748"/>
            <a:ext cx="65760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Valuation</a:t>
            </a:r>
            <a:endParaRPr/>
          </a:p>
        </p:txBody>
      </p:sp>
      <p:sp>
        <p:nvSpPr>
          <p:cNvPr id="487" name="Google Shape;487;p38"/>
          <p:cNvSpPr/>
          <p:nvPr/>
        </p:nvSpPr>
        <p:spPr>
          <a:xfrm flipH="1">
            <a:off x="-15325" y="-417700"/>
            <a:ext cx="9144101" cy="2377428"/>
          </a:xfrm>
          <a:custGeom>
            <a:rect b="b" l="l" r="r" t="t"/>
            <a:pathLst>
              <a:path extrusionOk="0" h="73270" w="281986">
                <a:moveTo>
                  <a:pt x="187986" y="1"/>
                </a:moveTo>
                <a:cubicBezTo>
                  <a:pt x="175851" y="1"/>
                  <a:pt x="169617" y="9932"/>
                  <a:pt x="163602" y="19529"/>
                </a:cubicBezTo>
                <a:cubicBezTo>
                  <a:pt x="157875" y="28647"/>
                  <a:pt x="151960" y="38086"/>
                  <a:pt x="140971" y="39288"/>
                </a:cubicBezTo>
                <a:cubicBezTo>
                  <a:pt x="139120" y="39493"/>
                  <a:pt x="137397" y="39586"/>
                  <a:pt x="135781" y="39586"/>
                </a:cubicBezTo>
                <a:cubicBezTo>
                  <a:pt x="126973" y="39586"/>
                  <a:pt x="121388" y="36806"/>
                  <a:pt x="115949" y="34098"/>
                </a:cubicBezTo>
                <a:cubicBezTo>
                  <a:pt x="110806" y="31527"/>
                  <a:pt x="105905" y="29087"/>
                  <a:pt x="98650" y="29087"/>
                </a:cubicBezTo>
                <a:cubicBezTo>
                  <a:pt x="97192" y="29087"/>
                  <a:pt x="95640" y="29185"/>
                  <a:pt x="93971" y="29401"/>
                </a:cubicBezTo>
                <a:cubicBezTo>
                  <a:pt x="81461" y="31025"/>
                  <a:pt x="74560" y="41362"/>
                  <a:pt x="67876" y="51365"/>
                </a:cubicBezTo>
                <a:cubicBezTo>
                  <a:pt x="61903" y="60295"/>
                  <a:pt x="56249" y="68732"/>
                  <a:pt x="46957" y="71414"/>
                </a:cubicBezTo>
                <a:cubicBezTo>
                  <a:pt x="43103" y="72530"/>
                  <a:pt x="39654" y="72985"/>
                  <a:pt x="36493" y="72985"/>
                </a:cubicBezTo>
                <a:cubicBezTo>
                  <a:pt x="29390" y="72985"/>
                  <a:pt x="23741" y="70690"/>
                  <a:pt x="18224" y="68443"/>
                </a:cubicBezTo>
                <a:cubicBezTo>
                  <a:pt x="12715" y="66210"/>
                  <a:pt x="7032" y="63890"/>
                  <a:pt x="0" y="63890"/>
                </a:cubicBezTo>
                <a:lnTo>
                  <a:pt x="0" y="64180"/>
                </a:lnTo>
                <a:cubicBezTo>
                  <a:pt x="6974" y="64180"/>
                  <a:pt x="12642" y="66485"/>
                  <a:pt x="18122" y="68703"/>
                </a:cubicBezTo>
                <a:cubicBezTo>
                  <a:pt x="23675" y="70965"/>
                  <a:pt x="29358" y="73269"/>
                  <a:pt x="36504" y="73269"/>
                </a:cubicBezTo>
                <a:cubicBezTo>
                  <a:pt x="39680" y="73269"/>
                  <a:pt x="43159" y="72806"/>
                  <a:pt x="47029" y="71690"/>
                </a:cubicBezTo>
                <a:cubicBezTo>
                  <a:pt x="56438" y="68978"/>
                  <a:pt x="62106" y="60498"/>
                  <a:pt x="68108" y="51510"/>
                </a:cubicBezTo>
                <a:cubicBezTo>
                  <a:pt x="74748" y="41579"/>
                  <a:pt x="81635" y="31301"/>
                  <a:pt x="94015" y="29691"/>
                </a:cubicBezTo>
                <a:cubicBezTo>
                  <a:pt x="95674" y="29474"/>
                  <a:pt x="97217" y="29376"/>
                  <a:pt x="98667" y="29376"/>
                </a:cubicBezTo>
                <a:cubicBezTo>
                  <a:pt x="105845" y="29376"/>
                  <a:pt x="110716" y="31800"/>
                  <a:pt x="115819" y="34345"/>
                </a:cubicBezTo>
                <a:cubicBezTo>
                  <a:pt x="121289" y="37068"/>
                  <a:pt x="126926" y="39874"/>
                  <a:pt x="135810" y="39874"/>
                </a:cubicBezTo>
                <a:cubicBezTo>
                  <a:pt x="137426" y="39874"/>
                  <a:pt x="139150" y="39781"/>
                  <a:pt x="141000" y="39578"/>
                </a:cubicBezTo>
                <a:cubicBezTo>
                  <a:pt x="152120" y="38346"/>
                  <a:pt x="158078" y="28850"/>
                  <a:pt x="163834" y="19674"/>
                </a:cubicBezTo>
                <a:cubicBezTo>
                  <a:pt x="170096" y="9700"/>
                  <a:pt x="176011" y="277"/>
                  <a:pt x="187986" y="277"/>
                </a:cubicBezTo>
                <a:cubicBezTo>
                  <a:pt x="200077" y="277"/>
                  <a:pt x="205918" y="7887"/>
                  <a:pt x="212094" y="15934"/>
                </a:cubicBezTo>
                <a:cubicBezTo>
                  <a:pt x="217806" y="23370"/>
                  <a:pt x="223707" y="31054"/>
                  <a:pt x="234971" y="32809"/>
                </a:cubicBezTo>
                <a:cubicBezTo>
                  <a:pt x="237288" y="33168"/>
                  <a:pt x="239388" y="33326"/>
                  <a:pt x="241322" y="33326"/>
                </a:cubicBezTo>
                <a:cubicBezTo>
                  <a:pt x="248362" y="33326"/>
                  <a:pt x="253189" y="31223"/>
                  <a:pt x="258239" y="29039"/>
                </a:cubicBezTo>
                <a:cubicBezTo>
                  <a:pt x="264110" y="26488"/>
                  <a:pt x="270765" y="23588"/>
                  <a:pt x="281986" y="23588"/>
                </a:cubicBezTo>
                <a:lnTo>
                  <a:pt x="281986" y="23312"/>
                </a:lnTo>
                <a:cubicBezTo>
                  <a:pt x="270707" y="23312"/>
                  <a:pt x="264023" y="26212"/>
                  <a:pt x="258123" y="28778"/>
                </a:cubicBezTo>
                <a:cubicBezTo>
                  <a:pt x="252935" y="31034"/>
                  <a:pt x="248290" y="33053"/>
                  <a:pt x="241459" y="33053"/>
                </a:cubicBezTo>
                <a:cubicBezTo>
                  <a:pt x="239510" y="33053"/>
                  <a:pt x="237383" y="32889"/>
                  <a:pt x="235015" y="32519"/>
                </a:cubicBezTo>
                <a:cubicBezTo>
                  <a:pt x="223852" y="30793"/>
                  <a:pt x="217995" y="23153"/>
                  <a:pt x="212312" y="15774"/>
                </a:cubicBezTo>
                <a:cubicBezTo>
                  <a:pt x="206092" y="7655"/>
                  <a:pt x="200206" y="1"/>
                  <a:pt x="18798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8" name="Google Shape;488;p38"/>
          <p:cNvGrpSpPr/>
          <p:nvPr/>
        </p:nvGrpSpPr>
        <p:grpSpPr>
          <a:xfrm>
            <a:off x="1313237" y="740858"/>
            <a:ext cx="2563629" cy="1706722"/>
            <a:chOff x="4958237" y="1845233"/>
            <a:chExt cx="2563629" cy="1706722"/>
          </a:xfrm>
        </p:grpSpPr>
        <p:sp>
          <p:nvSpPr>
            <p:cNvPr id="489" name="Google Shape;489;p38"/>
            <p:cNvSpPr/>
            <p:nvPr/>
          </p:nvSpPr>
          <p:spPr>
            <a:xfrm>
              <a:off x="4964557" y="2263827"/>
              <a:ext cx="170769" cy="243503"/>
            </a:xfrm>
            <a:custGeom>
              <a:rect b="b" l="l" r="r" t="t"/>
              <a:pathLst>
                <a:path extrusionOk="0" h="3930" w="2756">
                  <a:moveTo>
                    <a:pt x="1" y="0"/>
                  </a:moveTo>
                  <a:lnTo>
                    <a:pt x="1" y="3929"/>
                  </a:lnTo>
                  <a:lnTo>
                    <a:pt x="2755" y="3929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8"/>
            <p:cNvSpPr/>
            <p:nvPr/>
          </p:nvSpPr>
          <p:spPr>
            <a:xfrm>
              <a:off x="4958237" y="2257569"/>
              <a:ext cx="182480" cy="256019"/>
            </a:xfrm>
            <a:custGeom>
              <a:rect b="b" l="l" r="r" t="t"/>
              <a:pathLst>
                <a:path extrusionOk="0" h="4132" w="2945">
                  <a:moveTo>
                    <a:pt x="2755" y="188"/>
                  </a:moveTo>
                  <a:lnTo>
                    <a:pt x="2755" y="3943"/>
                  </a:lnTo>
                  <a:lnTo>
                    <a:pt x="190" y="3943"/>
                  </a:lnTo>
                  <a:lnTo>
                    <a:pt x="190" y="188"/>
                  </a:lnTo>
                  <a:close/>
                  <a:moveTo>
                    <a:pt x="103" y="0"/>
                  </a:moveTo>
                  <a:cubicBezTo>
                    <a:pt x="45" y="0"/>
                    <a:pt x="1" y="43"/>
                    <a:pt x="1" y="101"/>
                  </a:cubicBezTo>
                  <a:lnTo>
                    <a:pt x="1" y="4030"/>
                  </a:lnTo>
                  <a:cubicBezTo>
                    <a:pt x="1" y="4088"/>
                    <a:pt x="45" y="4131"/>
                    <a:pt x="103" y="4131"/>
                  </a:cubicBezTo>
                  <a:lnTo>
                    <a:pt x="2857" y="4131"/>
                  </a:lnTo>
                  <a:cubicBezTo>
                    <a:pt x="2900" y="4131"/>
                    <a:pt x="2944" y="4088"/>
                    <a:pt x="2944" y="4030"/>
                  </a:cubicBezTo>
                  <a:lnTo>
                    <a:pt x="2944" y="101"/>
                  </a:lnTo>
                  <a:cubicBezTo>
                    <a:pt x="2944" y="43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8"/>
            <p:cNvSpPr/>
            <p:nvPr/>
          </p:nvSpPr>
          <p:spPr>
            <a:xfrm>
              <a:off x="5043617" y="2501872"/>
              <a:ext cx="11711" cy="221011"/>
            </a:xfrm>
            <a:custGeom>
              <a:rect b="b" l="l" r="r" t="t"/>
              <a:pathLst>
                <a:path extrusionOk="0" h="3567" w="189">
                  <a:moveTo>
                    <a:pt x="101" y="0"/>
                  </a:moveTo>
                  <a:cubicBezTo>
                    <a:pt x="43" y="0"/>
                    <a:pt x="0" y="43"/>
                    <a:pt x="0" y="87"/>
                  </a:cubicBezTo>
                  <a:lnTo>
                    <a:pt x="0" y="3480"/>
                  </a:lnTo>
                  <a:cubicBezTo>
                    <a:pt x="0" y="3523"/>
                    <a:pt x="43" y="3567"/>
                    <a:pt x="101" y="3567"/>
                  </a:cubicBezTo>
                  <a:cubicBezTo>
                    <a:pt x="145" y="3567"/>
                    <a:pt x="188" y="3523"/>
                    <a:pt x="188" y="3480"/>
                  </a:cubicBezTo>
                  <a:lnTo>
                    <a:pt x="188" y="87"/>
                  </a:lnTo>
                  <a:cubicBezTo>
                    <a:pt x="188" y="43"/>
                    <a:pt x="145" y="0"/>
                    <a:pt x="1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8"/>
            <p:cNvSpPr/>
            <p:nvPr/>
          </p:nvSpPr>
          <p:spPr>
            <a:xfrm>
              <a:off x="5043617" y="2048210"/>
              <a:ext cx="11711" cy="221073"/>
            </a:xfrm>
            <a:custGeom>
              <a:rect b="b" l="l" r="r" t="t"/>
              <a:pathLst>
                <a:path extrusionOk="0" h="3568" w="189">
                  <a:moveTo>
                    <a:pt x="101" y="1"/>
                  </a:moveTo>
                  <a:cubicBezTo>
                    <a:pt x="43" y="1"/>
                    <a:pt x="0" y="30"/>
                    <a:pt x="0" y="88"/>
                  </a:cubicBezTo>
                  <a:lnTo>
                    <a:pt x="0" y="3480"/>
                  </a:lnTo>
                  <a:cubicBezTo>
                    <a:pt x="0" y="3524"/>
                    <a:pt x="43" y="3567"/>
                    <a:pt x="101" y="3567"/>
                  </a:cubicBezTo>
                  <a:cubicBezTo>
                    <a:pt x="145" y="3567"/>
                    <a:pt x="188" y="3524"/>
                    <a:pt x="188" y="3480"/>
                  </a:cubicBezTo>
                  <a:lnTo>
                    <a:pt x="188" y="88"/>
                  </a:lnTo>
                  <a:cubicBezTo>
                    <a:pt x="188" y="30"/>
                    <a:pt x="145" y="1"/>
                    <a:pt x="1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8"/>
            <p:cNvSpPr/>
            <p:nvPr/>
          </p:nvSpPr>
          <p:spPr>
            <a:xfrm>
              <a:off x="5261837" y="2520708"/>
              <a:ext cx="170769" cy="677347"/>
            </a:xfrm>
            <a:custGeom>
              <a:rect b="b" l="l" r="r" t="t"/>
              <a:pathLst>
                <a:path extrusionOk="0" h="10932" w="2756">
                  <a:moveTo>
                    <a:pt x="1" y="0"/>
                  </a:moveTo>
                  <a:lnTo>
                    <a:pt x="1" y="10931"/>
                  </a:lnTo>
                  <a:lnTo>
                    <a:pt x="2755" y="10931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8"/>
            <p:cNvSpPr/>
            <p:nvPr/>
          </p:nvSpPr>
          <p:spPr>
            <a:xfrm>
              <a:off x="5255579" y="2514450"/>
              <a:ext cx="183347" cy="688995"/>
            </a:xfrm>
            <a:custGeom>
              <a:rect b="b" l="l" r="r" t="t"/>
              <a:pathLst>
                <a:path extrusionOk="0" h="11120" w="2959">
                  <a:moveTo>
                    <a:pt x="2769" y="188"/>
                  </a:moveTo>
                  <a:lnTo>
                    <a:pt x="2769" y="10931"/>
                  </a:lnTo>
                  <a:lnTo>
                    <a:pt x="189" y="10931"/>
                  </a:lnTo>
                  <a:lnTo>
                    <a:pt x="189" y="188"/>
                  </a:lnTo>
                  <a:close/>
                  <a:moveTo>
                    <a:pt x="102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11032"/>
                  </a:lnTo>
                  <a:cubicBezTo>
                    <a:pt x="1" y="11076"/>
                    <a:pt x="44" y="11119"/>
                    <a:pt x="102" y="11119"/>
                  </a:cubicBezTo>
                  <a:lnTo>
                    <a:pt x="2856" y="11119"/>
                  </a:lnTo>
                  <a:cubicBezTo>
                    <a:pt x="2914" y="11119"/>
                    <a:pt x="2958" y="11076"/>
                    <a:pt x="2958" y="11032"/>
                  </a:cubicBezTo>
                  <a:lnTo>
                    <a:pt x="2958" y="101"/>
                  </a:lnTo>
                  <a:cubicBezTo>
                    <a:pt x="2958" y="43"/>
                    <a:pt x="2914" y="0"/>
                    <a:pt x="285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8"/>
            <p:cNvSpPr/>
            <p:nvPr/>
          </p:nvSpPr>
          <p:spPr>
            <a:xfrm>
              <a:off x="5341826" y="3191722"/>
              <a:ext cx="10843" cy="221879"/>
            </a:xfrm>
            <a:custGeom>
              <a:rect b="b" l="l" r="r" t="t"/>
              <a:pathLst>
                <a:path extrusionOk="0" h="3581" w="175">
                  <a:moveTo>
                    <a:pt x="87" y="0"/>
                  </a:moveTo>
                  <a:cubicBezTo>
                    <a:pt x="29" y="0"/>
                    <a:pt x="0" y="43"/>
                    <a:pt x="0" y="101"/>
                  </a:cubicBezTo>
                  <a:lnTo>
                    <a:pt x="0" y="3494"/>
                  </a:lnTo>
                  <a:cubicBezTo>
                    <a:pt x="0" y="3538"/>
                    <a:pt x="29" y="3580"/>
                    <a:pt x="87" y="3580"/>
                  </a:cubicBezTo>
                  <a:cubicBezTo>
                    <a:pt x="145" y="3580"/>
                    <a:pt x="174" y="3538"/>
                    <a:pt x="174" y="3494"/>
                  </a:cubicBezTo>
                  <a:lnTo>
                    <a:pt x="174" y="101"/>
                  </a:lnTo>
                  <a:cubicBezTo>
                    <a:pt x="174" y="43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8"/>
            <p:cNvSpPr/>
            <p:nvPr/>
          </p:nvSpPr>
          <p:spPr>
            <a:xfrm>
              <a:off x="5341826" y="2304286"/>
              <a:ext cx="10843" cy="221879"/>
            </a:xfrm>
            <a:custGeom>
              <a:rect b="b" l="l" r="r" t="t"/>
              <a:pathLst>
                <a:path extrusionOk="0" h="3581" w="175">
                  <a:moveTo>
                    <a:pt x="87" y="0"/>
                  </a:moveTo>
                  <a:cubicBezTo>
                    <a:pt x="29" y="0"/>
                    <a:pt x="0" y="43"/>
                    <a:pt x="0" y="101"/>
                  </a:cubicBezTo>
                  <a:lnTo>
                    <a:pt x="0" y="3493"/>
                  </a:lnTo>
                  <a:cubicBezTo>
                    <a:pt x="0" y="3537"/>
                    <a:pt x="29" y="3580"/>
                    <a:pt x="87" y="3580"/>
                  </a:cubicBezTo>
                  <a:cubicBezTo>
                    <a:pt x="145" y="3580"/>
                    <a:pt x="174" y="3537"/>
                    <a:pt x="174" y="3493"/>
                  </a:cubicBezTo>
                  <a:lnTo>
                    <a:pt x="174" y="101"/>
                  </a:lnTo>
                  <a:cubicBezTo>
                    <a:pt x="174" y="43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8"/>
            <p:cNvSpPr/>
            <p:nvPr/>
          </p:nvSpPr>
          <p:spPr>
            <a:xfrm>
              <a:off x="5559179" y="3030877"/>
              <a:ext cx="170769" cy="163574"/>
            </a:xfrm>
            <a:custGeom>
              <a:rect b="b" l="l" r="r" t="t"/>
              <a:pathLst>
                <a:path extrusionOk="0" h="2640" w="2756">
                  <a:moveTo>
                    <a:pt x="1" y="1"/>
                  </a:moveTo>
                  <a:lnTo>
                    <a:pt x="1" y="2639"/>
                  </a:lnTo>
                  <a:lnTo>
                    <a:pt x="2755" y="2639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8"/>
            <p:cNvSpPr/>
            <p:nvPr/>
          </p:nvSpPr>
          <p:spPr>
            <a:xfrm>
              <a:off x="5553788" y="3024619"/>
              <a:ext cx="182418" cy="175223"/>
            </a:xfrm>
            <a:custGeom>
              <a:rect b="b" l="l" r="r" t="t"/>
              <a:pathLst>
                <a:path extrusionOk="0" h="2828" w="2944">
                  <a:moveTo>
                    <a:pt x="2755" y="189"/>
                  </a:moveTo>
                  <a:lnTo>
                    <a:pt x="2755" y="2653"/>
                  </a:lnTo>
                  <a:lnTo>
                    <a:pt x="189" y="2653"/>
                  </a:lnTo>
                  <a:lnTo>
                    <a:pt x="189" y="189"/>
                  </a:lnTo>
                  <a:close/>
                  <a:moveTo>
                    <a:pt x="88" y="1"/>
                  </a:moveTo>
                  <a:cubicBezTo>
                    <a:pt x="44" y="1"/>
                    <a:pt x="1" y="44"/>
                    <a:pt x="1" y="102"/>
                  </a:cubicBezTo>
                  <a:lnTo>
                    <a:pt x="1" y="2740"/>
                  </a:lnTo>
                  <a:cubicBezTo>
                    <a:pt x="1" y="2798"/>
                    <a:pt x="44" y="2827"/>
                    <a:pt x="88" y="2827"/>
                  </a:cubicBezTo>
                  <a:lnTo>
                    <a:pt x="2842" y="2827"/>
                  </a:lnTo>
                  <a:cubicBezTo>
                    <a:pt x="2900" y="2827"/>
                    <a:pt x="2943" y="2798"/>
                    <a:pt x="2943" y="2740"/>
                  </a:cubicBezTo>
                  <a:lnTo>
                    <a:pt x="2943" y="102"/>
                  </a:lnTo>
                  <a:cubicBezTo>
                    <a:pt x="2943" y="44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8"/>
            <p:cNvSpPr/>
            <p:nvPr/>
          </p:nvSpPr>
          <p:spPr>
            <a:xfrm>
              <a:off x="5639106" y="3188996"/>
              <a:ext cx="11773" cy="221011"/>
            </a:xfrm>
            <a:custGeom>
              <a:rect b="b" l="l" r="r" t="t"/>
              <a:pathLst>
                <a:path extrusionOk="0" h="3567" w="190">
                  <a:moveTo>
                    <a:pt x="87" y="0"/>
                  </a:moveTo>
                  <a:cubicBezTo>
                    <a:pt x="44" y="0"/>
                    <a:pt x="0" y="29"/>
                    <a:pt x="0" y="87"/>
                  </a:cubicBezTo>
                  <a:lnTo>
                    <a:pt x="0" y="3480"/>
                  </a:lnTo>
                  <a:cubicBezTo>
                    <a:pt x="0" y="3524"/>
                    <a:pt x="44" y="3567"/>
                    <a:pt x="87" y="3567"/>
                  </a:cubicBezTo>
                  <a:cubicBezTo>
                    <a:pt x="145" y="3567"/>
                    <a:pt x="189" y="3524"/>
                    <a:pt x="189" y="3480"/>
                  </a:cubicBezTo>
                  <a:lnTo>
                    <a:pt x="189" y="87"/>
                  </a:lnTo>
                  <a:cubicBezTo>
                    <a:pt x="189" y="29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8"/>
            <p:cNvSpPr/>
            <p:nvPr/>
          </p:nvSpPr>
          <p:spPr>
            <a:xfrm>
              <a:off x="5639106" y="2814455"/>
              <a:ext cx="11773" cy="221879"/>
            </a:xfrm>
            <a:custGeom>
              <a:rect b="b" l="l" r="r" t="t"/>
              <a:pathLst>
                <a:path extrusionOk="0" h="3581" w="190">
                  <a:moveTo>
                    <a:pt x="87" y="0"/>
                  </a:moveTo>
                  <a:cubicBezTo>
                    <a:pt x="44" y="0"/>
                    <a:pt x="0" y="43"/>
                    <a:pt x="0" y="101"/>
                  </a:cubicBezTo>
                  <a:lnTo>
                    <a:pt x="0" y="3494"/>
                  </a:lnTo>
                  <a:cubicBezTo>
                    <a:pt x="0" y="3538"/>
                    <a:pt x="44" y="3581"/>
                    <a:pt x="87" y="3581"/>
                  </a:cubicBezTo>
                  <a:cubicBezTo>
                    <a:pt x="145" y="3581"/>
                    <a:pt x="189" y="3538"/>
                    <a:pt x="189" y="3494"/>
                  </a:cubicBezTo>
                  <a:lnTo>
                    <a:pt x="189" y="101"/>
                  </a:lnTo>
                  <a:cubicBezTo>
                    <a:pt x="189" y="43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8"/>
            <p:cNvSpPr/>
            <p:nvPr/>
          </p:nvSpPr>
          <p:spPr>
            <a:xfrm>
              <a:off x="5857388" y="2061717"/>
              <a:ext cx="170769" cy="953998"/>
            </a:xfrm>
            <a:custGeom>
              <a:rect b="b" l="l" r="r" t="t"/>
              <a:pathLst>
                <a:path extrusionOk="0" h="15397" w="2756">
                  <a:moveTo>
                    <a:pt x="1" y="1"/>
                  </a:moveTo>
                  <a:lnTo>
                    <a:pt x="1" y="15397"/>
                  </a:lnTo>
                  <a:lnTo>
                    <a:pt x="2755" y="15397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8"/>
            <p:cNvSpPr/>
            <p:nvPr/>
          </p:nvSpPr>
          <p:spPr>
            <a:xfrm>
              <a:off x="5851068" y="2055397"/>
              <a:ext cx="182480" cy="965709"/>
            </a:xfrm>
            <a:custGeom>
              <a:rect b="b" l="l" r="r" t="t"/>
              <a:pathLst>
                <a:path extrusionOk="0" h="15586" w="2945">
                  <a:moveTo>
                    <a:pt x="2755" y="190"/>
                  </a:moveTo>
                  <a:lnTo>
                    <a:pt x="2755" y="15397"/>
                  </a:lnTo>
                  <a:lnTo>
                    <a:pt x="190" y="15397"/>
                  </a:lnTo>
                  <a:lnTo>
                    <a:pt x="190" y="190"/>
                  </a:lnTo>
                  <a:close/>
                  <a:moveTo>
                    <a:pt x="103" y="1"/>
                  </a:moveTo>
                  <a:cubicBezTo>
                    <a:pt x="45" y="1"/>
                    <a:pt x="1" y="45"/>
                    <a:pt x="1" y="103"/>
                  </a:cubicBezTo>
                  <a:lnTo>
                    <a:pt x="1" y="15499"/>
                  </a:lnTo>
                  <a:cubicBezTo>
                    <a:pt x="1" y="15557"/>
                    <a:pt x="45" y="15586"/>
                    <a:pt x="103" y="15586"/>
                  </a:cubicBezTo>
                  <a:lnTo>
                    <a:pt x="2857" y="15586"/>
                  </a:lnTo>
                  <a:cubicBezTo>
                    <a:pt x="2900" y="15586"/>
                    <a:pt x="2944" y="15557"/>
                    <a:pt x="2944" y="15499"/>
                  </a:cubicBezTo>
                  <a:lnTo>
                    <a:pt x="2944" y="103"/>
                  </a:lnTo>
                  <a:cubicBezTo>
                    <a:pt x="2944" y="45"/>
                    <a:pt x="2900" y="1"/>
                    <a:pt x="2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8"/>
            <p:cNvSpPr/>
            <p:nvPr/>
          </p:nvSpPr>
          <p:spPr>
            <a:xfrm>
              <a:off x="5936448" y="3009315"/>
              <a:ext cx="11711" cy="222003"/>
            </a:xfrm>
            <a:custGeom>
              <a:rect b="b" l="l" r="r" t="t"/>
              <a:pathLst>
                <a:path extrusionOk="0" h="3583" w="189">
                  <a:moveTo>
                    <a:pt x="101" y="1"/>
                  </a:moveTo>
                  <a:cubicBezTo>
                    <a:pt x="43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3" y="3582"/>
                    <a:pt x="101" y="3582"/>
                  </a:cubicBezTo>
                  <a:cubicBezTo>
                    <a:pt x="146" y="3582"/>
                    <a:pt x="188" y="3538"/>
                    <a:pt x="188" y="3495"/>
                  </a:cubicBezTo>
                  <a:lnTo>
                    <a:pt x="188" y="103"/>
                  </a:lnTo>
                  <a:cubicBezTo>
                    <a:pt x="188" y="45"/>
                    <a:pt x="146" y="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8"/>
            <p:cNvSpPr/>
            <p:nvPr/>
          </p:nvSpPr>
          <p:spPr>
            <a:xfrm>
              <a:off x="5936448" y="1845233"/>
              <a:ext cx="11711" cy="221941"/>
            </a:xfrm>
            <a:custGeom>
              <a:rect b="b" l="l" r="r" t="t"/>
              <a:pathLst>
                <a:path extrusionOk="0" h="3582" w="189">
                  <a:moveTo>
                    <a:pt x="101" y="0"/>
                  </a:moveTo>
                  <a:cubicBezTo>
                    <a:pt x="43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3" y="3582"/>
                    <a:pt x="101" y="3582"/>
                  </a:cubicBezTo>
                  <a:cubicBezTo>
                    <a:pt x="146" y="3582"/>
                    <a:pt x="188" y="3538"/>
                    <a:pt x="188" y="3495"/>
                  </a:cubicBezTo>
                  <a:lnTo>
                    <a:pt x="188" y="103"/>
                  </a:lnTo>
                  <a:cubicBezTo>
                    <a:pt x="188" y="45"/>
                    <a:pt x="146" y="0"/>
                    <a:pt x="1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8"/>
            <p:cNvSpPr/>
            <p:nvPr/>
          </p:nvSpPr>
          <p:spPr>
            <a:xfrm>
              <a:off x="6154667" y="2061717"/>
              <a:ext cx="170769" cy="138419"/>
            </a:xfrm>
            <a:custGeom>
              <a:rect b="b" l="l" r="r" t="t"/>
              <a:pathLst>
                <a:path extrusionOk="0" h="2234" w="2756">
                  <a:moveTo>
                    <a:pt x="1" y="1"/>
                  </a:moveTo>
                  <a:lnTo>
                    <a:pt x="1" y="2233"/>
                  </a:lnTo>
                  <a:lnTo>
                    <a:pt x="2755" y="2233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6148410" y="2055397"/>
              <a:ext cx="183347" cy="150129"/>
            </a:xfrm>
            <a:custGeom>
              <a:rect b="b" l="l" r="r" t="t"/>
              <a:pathLst>
                <a:path extrusionOk="0" h="2423" w="2959">
                  <a:moveTo>
                    <a:pt x="2769" y="190"/>
                  </a:moveTo>
                  <a:lnTo>
                    <a:pt x="2769" y="2233"/>
                  </a:lnTo>
                  <a:lnTo>
                    <a:pt x="189" y="2233"/>
                  </a:lnTo>
                  <a:lnTo>
                    <a:pt x="189" y="190"/>
                  </a:lnTo>
                  <a:close/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2335"/>
                  </a:lnTo>
                  <a:cubicBezTo>
                    <a:pt x="1" y="2378"/>
                    <a:pt x="44" y="2422"/>
                    <a:pt x="102" y="2422"/>
                  </a:cubicBezTo>
                  <a:lnTo>
                    <a:pt x="2856" y="2422"/>
                  </a:lnTo>
                  <a:cubicBezTo>
                    <a:pt x="2914" y="2422"/>
                    <a:pt x="2958" y="2378"/>
                    <a:pt x="2958" y="2335"/>
                  </a:cubicBezTo>
                  <a:lnTo>
                    <a:pt x="2958" y="103"/>
                  </a:lnTo>
                  <a:cubicBezTo>
                    <a:pt x="2958" y="45"/>
                    <a:pt x="2914" y="1"/>
                    <a:pt x="28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6234657" y="2193751"/>
              <a:ext cx="10843" cy="221941"/>
            </a:xfrm>
            <a:custGeom>
              <a:rect b="b" l="l" r="r" t="t"/>
              <a:pathLst>
                <a:path extrusionOk="0" h="3582" w="175">
                  <a:moveTo>
                    <a:pt x="88" y="0"/>
                  </a:moveTo>
                  <a:cubicBezTo>
                    <a:pt x="30" y="0"/>
                    <a:pt x="1" y="44"/>
                    <a:pt x="1" y="102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2"/>
                  </a:lnTo>
                  <a:cubicBezTo>
                    <a:pt x="175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6234657" y="1845233"/>
              <a:ext cx="10843" cy="221941"/>
            </a:xfrm>
            <a:custGeom>
              <a:rect b="b" l="l" r="r" t="t"/>
              <a:pathLst>
                <a:path extrusionOk="0" h="3582" w="175">
                  <a:moveTo>
                    <a:pt x="88" y="0"/>
                  </a:moveTo>
                  <a:cubicBezTo>
                    <a:pt x="30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3"/>
                  </a:lnTo>
                  <a:cubicBezTo>
                    <a:pt x="175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6452009" y="2202735"/>
              <a:ext cx="170769" cy="336009"/>
            </a:xfrm>
            <a:custGeom>
              <a:rect b="b" l="l" r="r" t="t"/>
              <a:pathLst>
                <a:path extrusionOk="0" h="5423" w="2756">
                  <a:moveTo>
                    <a:pt x="1" y="0"/>
                  </a:moveTo>
                  <a:lnTo>
                    <a:pt x="1" y="5422"/>
                  </a:lnTo>
                  <a:lnTo>
                    <a:pt x="2755" y="5422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6446619" y="2196477"/>
              <a:ext cx="182418" cy="347658"/>
            </a:xfrm>
            <a:custGeom>
              <a:rect b="b" l="l" r="r" t="t"/>
              <a:pathLst>
                <a:path extrusionOk="0" h="5611" w="2944">
                  <a:moveTo>
                    <a:pt x="2755" y="188"/>
                  </a:moveTo>
                  <a:lnTo>
                    <a:pt x="2755" y="5422"/>
                  </a:lnTo>
                  <a:lnTo>
                    <a:pt x="189" y="5422"/>
                  </a:lnTo>
                  <a:lnTo>
                    <a:pt x="189" y="188"/>
                  </a:lnTo>
                  <a:close/>
                  <a:moveTo>
                    <a:pt x="88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5523"/>
                  </a:lnTo>
                  <a:cubicBezTo>
                    <a:pt x="1" y="5567"/>
                    <a:pt x="44" y="5610"/>
                    <a:pt x="88" y="5610"/>
                  </a:cubicBezTo>
                  <a:lnTo>
                    <a:pt x="2842" y="5610"/>
                  </a:lnTo>
                  <a:cubicBezTo>
                    <a:pt x="2900" y="5610"/>
                    <a:pt x="2943" y="5567"/>
                    <a:pt x="2943" y="5523"/>
                  </a:cubicBezTo>
                  <a:lnTo>
                    <a:pt x="2943" y="101"/>
                  </a:lnTo>
                  <a:cubicBezTo>
                    <a:pt x="2943" y="43"/>
                    <a:pt x="2900" y="0"/>
                    <a:pt x="2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6531936" y="2532418"/>
              <a:ext cx="11773" cy="221879"/>
            </a:xfrm>
            <a:custGeom>
              <a:rect b="b" l="l" r="r" t="t"/>
              <a:pathLst>
                <a:path extrusionOk="0" h="3581" w="190">
                  <a:moveTo>
                    <a:pt x="88" y="0"/>
                  </a:moveTo>
                  <a:cubicBezTo>
                    <a:pt x="45" y="0"/>
                    <a:pt x="1" y="43"/>
                    <a:pt x="1" y="101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88" y="3581"/>
                  </a:cubicBezTo>
                  <a:cubicBezTo>
                    <a:pt x="146" y="3581"/>
                    <a:pt x="190" y="3538"/>
                    <a:pt x="190" y="3494"/>
                  </a:cubicBezTo>
                  <a:lnTo>
                    <a:pt x="190" y="101"/>
                  </a:lnTo>
                  <a:cubicBezTo>
                    <a:pt x="190" y="43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6531936" y="1987180"/>
              <a:ext cx="11773" cy="221011"/>
            </a:xfrm>
            <a:custGeom>
              <a:rect b="b" l="l" r="r" t="t"/>
              <a:pathLst>
                <a:path extrusionOk="0" h="3567" w="190">
                  <a:moveTo>
                    <a:pt x="88" y="0"/>
                  </a:moveTo>
                  <a:cubicBezTo>
                    <a:pt x="45" y="0"/>
                    <a:pt x="1" y="29"/>
                    <a:pt x="1" y="87"/>
                  </a:cubicBezTo>
                  <a:lnTo>
                    <a:pt x="1" y="3479"/>
                  </a:lnTo>
                  <a:cubicBezTo>
                    <a:pt x="1" y="3523"/>
                    <a:pt x="45" y="3566"/>
                    <a:pt x="88" y="3566"/>
                  </a:cubicBezTo>
                  <a:cubicBezTo>
                    <a:pt x="146" y="3566"/>
                    <a:pt x="190" y="3523"/>
                    <a:pt x="190" y="3479"/>
                  </a:cubicBezTo>
                  <a:lnTo>
                    <a:pt x="190" y="87"/>
                  </a:lnTo>
                  <a:cubicBezTo>
                    <a:pt x="190" y="29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6750280" y="2553980"/>
              <a:ext cx="170707" cy="769791"/>
            </a:xfrm>
            <a:custGeom>
              <a:rect b="b" l="l" r="r" t="t"/>
              <a:pathLst>
                <a:path extrusionOk="0" h="12424" w="2755">
                  <a:moveTo>
                    <a:pt x="0" y="0"/>
                  </a:moveTo>
                  <a:lnTo>
                    <a:pt x="0" y="12424"/>
                  </a:lnTo>
                  <a:lnTo>
                    <a:pt x="2754" y="1242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6743898" y="2547660"/>
              <a:ext cx="182480" cy="782431"/>
            </a:xfrm>
            <a:custGeom>
              <a:rect b="b" l="l" r="r" t="t"/>
              <a:pathLst>
                <a:path extrusionOk="0" h="12628" w="2945">
                  <a:moveTo>
                    <a:pt x="2755" y="189"/>
                  </a:moveTo>
                  <a:lnTo>
                    <a:pt x="2755" y="12439"/>
                  </a:lnTo>
                  <a:lnTo>
                    <a:pt x="190" y="12439"/>
                  </a:lnTo>
                  <a:lnTo>
                    <a:pt x="190" y="189"/>
                  </a:lnTo>
                  <a:close/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12526"/>
                  </a:lnTo>
                  <a:cubicBezTo>
                    <a:pt x="1" y="12584"/>
                    <a:pt x="45" y="12628"/>
                    <a:pt x="103" y="12628"/>
                  </a:cubicBezTo>
                  <a:lnTo>
                    <a:pt x="2857" y="12628"/>
                  </a:lnTo>
                  <a:cubicBezTo>
                    <a:pt x="2900" y="12628"/>
                    <a:pt x="2944" y="12584"/>
                    <a:pt x="2944" y="12526"/>
                  </a:cubicBezTo>
                  <a:lnTo>
                    <a:pt x="2944" y="102"/>
                  </a:lnTo>
                  <a:cubicBezTo>
                    <a:pt x="2944" y="44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6829278" y="3318304"/>
              <a:ext cx="11711" cy="221073"/>
            </a:xfrm>
            <a:custGeom>
              <a:rect b="b" l="l" r="r" t="t"/>
              <a:pathLst>
                <a:path extrusionOk="0" h="3568" w="189">
                  <a:moveTo>
                    <a:pt x="102" y="1"/>
                  </a:moveTo>
                  <a:cubicBezTo>
                    <a:pt x="44" y="1"/>
                    <a:pt x="1" y="45"/>
                    <a:pt x="1" y="88"/>
                  </a:cubicBezTo>
                  <a:lnTo>
                    <a:pt x="1" y="3480"/>
                  </a:lnTo>
                  <a:cubicBezTo>
                    <a:pt x="1" y="3538"/>
                    <a:pt x="44" y="3567"/>
                    <a:pt x="102" y="3567"/>
                  </a:cubicBezTo>
                  <a:cubicBezTo>
                    <a:pt x="146" y="3567"/>
                    <a:pt x="189" y="3538"/>
                    <a:pt x="189" y="3480"/>
                  </a:cubicBezTo>
                  <a:lnTo>
                    <a:pt x="189" y="88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6829278" y="2337434"/>
              <a:ext cx="11711" cy="222003"/>
            </a:xfrm>
            <a:custGeom>
              <a:rect b="b" l="l" r="r" t="t"/>
              <a:pathLst>
                <a:path extrusionOk="0" h="3583" w="189"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4" y="3582"/>
                    <a:pt x="102" y="3582"/>
                  </a:cubicBezTo>
                  <a:cubicBezTo>
                    <a:pt x="146" y="3582"/>
                    <a:pt x="189" y="3538"/>
                    <a:pt x="189" y="3495"/>
                  </a:cubicBezTo>
                  <a:lnTo>
                    <a:pt x="189" y="103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7047560" y="3136021"/>
              <a:ext cx="170707" cy="200317"/>
            </a:xfrm>
            <a:custGeom>
              <a:rect b="b" l="l" r="r" t="t"/>
              <a:pathLst>
                <a:path extrusionOk="0" h="3233" w="2755">
                  <a:moveTo>
                    <a:pt x="0" y="0"/>
                  </a:moveTo>
                  <a:lnTo>
                    <a:pt x="0" y="3233"/>
                  </a:lnTo>
                  <a:lnTo>
                    <a:pt x="2754" y="3233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8"/>
            <p:cNvSpPr/>
            <p:nvPr/>
          </p:nvSpPr>
          <p:spPr>
            <a:xfrm>
              <a:off x="7041302" y="3129701"/>
              <a:ext cx="183285" cy="212027"/>
            </a:xfrm>
            <a:custGeom>
              <a:rect b="b" l="l" r="r" t="t"/>
              <a:pathLst>
                <a:path extrusionOk="0" h="3422" w="2958">
                  <a:moveTo>
                    <a:pt x="2768" y="189"/>
                  </a:moveTo>
                  <a:lnTo>
                    <a:pt x="2768" y="3234"/>
                  </a:lnTo>
                  <a:lnTo>
                    <a:pt x="188" y="3234"/>
                  </a:lnTo>
                  <a:lnTo>
                    <a:pt x="188" y="189"/>
                  </a:lnTo>
                  <a:close/>
                  <a:moveTo>
                    <a:pt x="101" y="0"/>
                  </a:moveTo>
                  <a:cubicBezTo>
                    <a:pt x="43" y="0"/>
                    <a:pt x="0" y="44"/>
                    <a:pt x="0" y="102"/>
                  </a:cubicBezTo>
                  <a:lnTo>
                    <a:pt x="0" y="3335"/>
                  </a:lnTo>
                  <a:cubicBezTo>
                    <a:pt x="0" y="3379"/>
                    <a:pt x="43" y="3422"/>
                    <a:pt x="101" y="3422"/>
                  </a:cubicBezTo>
                  <a:lnTo>
                    <a:pt x="2855" y="3422"/>
                  </a:lnTo>
                  <a:cubicBezTo>
                    <a:pt x="2913" y="3422"/>
                    <a:pt x="2958" y="3379"/>
                    <a:pt x="2958" y="3335"/>
                  </a:cubicBezTo>
                  <a:lnTo>
                    <a:pt x="2958" y="102"/>
                  </a:lnTo>
                  <a:cubicBezTo>
                    <a:pt x="2958" y="44"/>
                    <a:pt x="2913" y="0"/>
                    <a:pt x="28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8"/>
            <p:cNvSpPr/>
            <p:nvPr/>
          </p:nvSpPr>
          <p:spPr>
            <a:xfrm>
              <a:off x="7126558" y="3330014"/>
              <a:ext cx="11773" cy="221941"/>
            </a:xfrm>
            <a:custGeom>
              <a:rect b="b" l="l" r="r" t="t"/>
              <a:pathLst>
                <a:path extrusionOk="0" h="3582" w="190">
                  <a:moveTo>
                    <a:pt x="103" y="1"/>
                  </a:moveTo>
                  <a:cubicBezTo>
                    <a:pt x="45" y="1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103" y="3581"/>
                  </a:cubicBezTo>
                  <a:cubicBezTo>
                    <a:pt x="161" y="3581"/>
                    <a:pt x="190" y="3538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1"/>
                    <a:pt x="1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8"/>
            <p:cNvSpPr/>
            <p:nvPr/>
          </p:nvSpPr>
          <p:spPr>
            <a:xfrm>
              <a:off x="7126558" y="2919537"/>
              <a:ext cx="11773" cy="221941"/>
            </a:xfrm>
            <a:custGeom>
              <a:rect b="b" l="l" r="r" t="t"/>
              <a:pathLst>
                <a:path extrusionOk="0" h="3582" w="190"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7"/>
                    <a:pt x="45" y="3581"/>
                    <a:pt x="103" y="3581"/>
                  </a:cubicBezTo>
                  <a:cubicBezTo>
                    <a:pt x="161" y="3581"/>
                    <a:pt x="190" y="3537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0"/>
                    <a:pt x="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7344901" y="2159612"/>
              <a:ext cx="170707" cy="953998"/>
            </a:xfrm>
            <a:custGeom>
              <a:rect b="b" l="l" r="r" t="t"/>
              <a:pathLst>
                <a:path extrusionOk="0" h="15397" w="2755">
                  <a:moveTo>
                    <a:pt x="0" y="0"/>
                  </a:moveTo>
                  <a:lnTo>
                    <a:pt x="0" y="15396"/>
                  </a:lnTo>
                  <a:lnTo>
                    <a:pt x="2755" y="15396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8"/>
            <p:cNvSpPr/>
            <p:nvPr/>
          </p:nvSpPr>
          <p:spPr>
            <a:xfrm>
              <a:off x="7339511" y="2154221"/>
              <a:ext cx="182356" cy="965709"/>
            </a:xfrm>
            <a:custGeom>
              <a:rect b="b" l="l" r="r" t="t"/>
              <a:pathLst>
                <a:path extrusionOk="0" h="15586" w="2943">
                  <a:moveTo>
                    <a:pt x="2755" y="190"/>
                  </a:moveTo>
                  <a:lnTo>
                    <a:pt x="2755" y="15396"/>
                  </a:lnTo>
                  <a:lnTo>
                    <a:pt x="188" y="15396"/>
                  </a:lnTo>
                  <a:lnTo>
                    <a:pt x="188" y="190"/>
                  </a:lnTo>
                  <a:close/>
                  <a:moveTo>
                    <a:pt x="87" y="1"/>
                  </a:moveTo>
                  <a:cubicBezTo>
                    <a:pt x="43" y="1"/>
                    <a:pt x="0" y="45"/>
                    <a:pt x="0" y="87"/>
                  </a:cubicBezTo>
                  <a:lnTo>
                    <a:pt x="0" y="15483"/>
                  </a:lnTo>
                  <a:cubicBezTo>
                    <a:pt x="0" y="15541"/>
                    <a:pt x="43" y="15586"/>
                    <a:pt x="87" y="15586"/>
                  </a:cubicBezTo>
                  <a:lnTo>
                    <a:pt x="2842" y="15586"/>
                  </a:lnTo>
                  <a:cubicBezTo>
                    <a:pt x="2900" y="15586"/>
                    <a:pt x="2943" y="15541"/>
                    <a:pt x="2943" y="15483"/>
                  </a:cubicBezTo>
                  <a:lnTo>
                    <a:pt x="2943" y="87"/>
                  </a:lnTo>
                  <a:cubicBezTo>
                    <a:pt x="2943" y="45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8"/>
            <p:cNvSpPr/>
            <p:nvPr/>
          </p:nvSpPr>
          <p:spPr>
            <a:xfrm>
              <a:off x="7424767" y="3108140"/>
              <a:ext cx="11773" cy="221941"/>
            </a:xfrm>
            <a:custGeom>
              <a:rect b="b" l="l" r="r" t="t"/>
              <a:pathLst>
                <a:path extrusionOk="0" h="3582" w="190">
                  <a:moveTo>
                    <a:pt x="88" y="0"/>
                  </a:moveTo>
                  <a:cubicBezTo>
                    <a:pt x="45" y="0"/>
                    <a:pt x="1" y="45"/>
                    <a:pt x="1" y="87"/>
                  </a:cubicBezTo>
                  <a:lnTo>
                    <a:pt x="1" y="3480"/>
                  </a:lnTo>
                  <a:cubicBezTo>
                    <a:pt x="1" y="3538"/>
                    <a:pt x="45" y="3582"/>
                    <a:pt x="88" y="3582"/>
                  </a:cubicBezTo>
                  <a:cubicBezTo>
                    <a:pt x="146" y="3582"/>
                    <a:pt x="190" y="3538"/>
                    <a:pt x="190" y="3480"/>
                  </a:cubicBezTo>
                  <a:lnTo>
                    <a:pt x="190" y="87"/>
                  </a:lnTo>
                  <a:cubicBezTo>
                    <a:pt x="190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8"/>
            <p:cNvSpPr/>
            <p:nvPr/>
          </p:nvSpPr>
          <p:spPr>
            <a:xfrm>
              <a:off x="7424767" y="1944057"/>
              <a:ext cx="11773" cy="221941"/>
            </a:xfrm>
            <a:custGeom>
              <a:rect b="b" l="l" r="r" t="t"/>
              <a:pathLst>
                <a:path extrusionOk="0" h="3582" w="190">
                  <a:moveTo>
                    <a:pt x="88" y="0"/>
                  </a:moveTo>
                  <a:cubicBezTo>
                    <a:pt x="45" y="0"/>
                    <a:pt x="1" y="44"/>
                    <a:pt x="1" y="87"/>
                  </a:cubicBezTo>
                  <a:lnTo>
                    <a:pt x="1" y="3479"/>
                  </a:lnTo>
                  <a:cubicBezTo>
                    <a:pt x="1" y="3537"/>
                    <a:pt x="45" y="3582"/>
                    <a:pt x="88" y="3582"/>
                  </a:cubicBezTo>
                  <a:cubicBezTo>
                    <a:pt x="146" y="3582"/>
                    <a:pt x="190" y="3537"/>
                    <a:pt x="190" y="3479"/>
                  </a:cubicBezTo>
                  <a:lnTo>
                    <a:pt x="190" y="87"/>
                  </a:lnTo>
                  <a:cubicBezTo>
                    <a:pt x="190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5" name="Google Shape;525;p38"/>
          <p:cNvSpPr/>
          <p:nvPr/>
        </p:nvSpPr>
        <p:spPr>
          <a:xfrm>
            <a:off x="2761750" y="3262175"/>
            <a:ext cx="1380900" cy="704400"/>
          </a:xfrm>
          <a:prstGeom prst="rect">
            <a:avLst/>
          </a:prstGeom>
          <a:solidFill>
            <a:srgbClr val="89FFFF">
              <a:alpha val="44300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rPr>
              <a:t>04</a:t>
            </a:r>
            <a:endParaRPr sz="5000">
              <a:solidFill>
                <a:schemeClr val="dk1"/>
              </a:solidFill>
              <a:latin typeface="Jura"/>
              <a:ea typeface="Jura"/>
              <a:cs typeface="Jura"/>
              <a:sym typeface="Ju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9"/>
          <p:cNvSpPr txBox="1"/>
          <p:nvPr>
            <p:ph idx="4294967295" type="title"/>
          </p:nvPr>
        </p:nvSpPr>
        <p:spPr>
          <a:xfrm>
            <a:off x="720000" y="2459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accent4"/>
                </a:solidFill>
              </a:rPr>
              <a:t>Basic Ratios</a:t>
            </a:r>
            <a:endParaRPr/>
          </a:p>
        </p:txBody>
      </p:sp>
      <p:sp>
        <p:nvSpPr>
          <p:cNvPr id="531" name="Google Shape;531;p39"/>
          <p:cNvSpPr txBox="1"/>
          <p:nvPr/>
        </p:nvSpPr>
        <p:spPr>
          <a:xfrm>
            <a:off x="394050" y="972850"/>
            <a:ext cx="8355900" cy="3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Lato"/>
              <a:buAutoNum type="arabi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Price-to-earnings ratio (p/e)</a:t>
            </a: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 = </a:t>
            </a:r>
            <a:r>
              <a:rPr b="1"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Price per share/earning per share. </a:t>
            </a: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It is valuable because it indicates the number of years of</a:t>
            </a: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 </a:t>
            </a: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earnings to pay back the purchase price. In other words, it reveals how much more the investors are willing to pay compared to the earnings.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alpha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PPP = 236.20 (As of Sunday April 13th) 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alpha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EPS (Net Income/Shares Outstanding)= 19.75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alpha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Calculation = 236.2 / 19.75 = 11.96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alpha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Average for the Investments &amp; Asset Management industry is 53.45. According to </a:t>
            </a:r>
            <a:r>
              <a:rPr lang="en" sz="1100" u="sng">
                <a:solidFill>
                  <a:schemeClr val="hlink"/>
                </a:solidFill>
                <a:latin typeface="Jura"/>
                <a:ea typeface="Jura"/>
                <a:cs typeface="Jura"/>
                <a:sym typeface="Jura"/>
                <a:hlinkClick r:id="rId3"/>
              </a:rPr>
              <a:t>NYU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Lato"/>
              <a:buAutoNum type="arabi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Market-to-book ratio = </a:t>
            </a:r>
            <a:r>
              <a:rPr b="1"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Market value per share/book value per share. </a:t>
            </a: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The PB ratio is measuring the difference between share price and the net book value per share.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alpha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Market value per share = 236.2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alpha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Book value per share (</a:t>
            </a: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Equity</a:t>
            </a: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/Shares Outstanding) = 116.07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alpha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Calculation = 2.03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Jura"/>
              <a:buAutoNum type="alphaLcPeriod"/>
            </a:pPr>
            <a:r>
              <a:rPr lang="en" sz="1100">
                <a:solidFill>
                  <a:schemeClr val="accent4"/>
                </a:solidFill>
                <a:latin typeface="Jura"/>
                <a:ea typeface="Jura"/>
                <a:cs typeface="Jura"/>
                <a:sym typeface="Jura"/>
              </a:rPr>
              <a:t>Average for the Investments &amp; Asset Management industry is 2.53. According to </a:t>
            </a:r>
            <a:r>
              <a:rPr lang="en" sz="1100" u="sng">
                <a:solidFill>
                  <a:schemeClr val="hlink"/>
                </a:solidFill>
                <a:latin typeface="Jura"/>
                <a:ea typeface="Jura"/>
                <a:cs typeface="Jura"/>
                <a:sym typeface="Jura"/>
                <a:hlinkClick r:id="rId4"/>
              </a:rPr>
              <a:t>NYU</a:t>
            </a:r>
            <a:endParaRPr sz="1100">
              <a:solidFill>
                <a:schemeClr val="accent4"/>
              </a:solidFill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Bank-Specific Ratios</a:t>
            </a:r>
            <a:endParaRPr/>
          </a:p>
        </p:txBody>
      </p:sp>
      <p:sp>
        <p:nvSpPr>
          <p:cNvPr id="537" name="Google Shape;537;p40"/>
          <p:cNvSpPr txBox="1"/>
          <p:nvPr>
            <p:ph idx="1" type="body"/>
          </p:nvPr>
        </p:nvSpPr>
        <p:spPr>
          <a:xfrm>
            <a:off x="720000" y="1215600"/>
            <a:ext cx="7704000" cy="39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Jura Light"/>
              <a:buAutoNum type="arabicPeriod"/>
            </a:pPr>
            <a:r>
              <a:rPr lang="en">
                <a:latin typeface="Jura"/>
                <a:ea typeface="Jura"/>
                <a:cs typeface="Jura"/>
                <a:sym typeface="Jura"/>
              </a:rPr>
              <a:t>Profitability Ratios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Jura Light"/>
              <a:buAutoNum type="alphaLcPeriod"/>
            </a:pPr>
            <a:r>
              <a:rPr lang="en">
                <a:latin typeface="Jura"/>
                <a:ea typeface="Jura"/>
                <a:cs typeface="Jura"/>
                <a:sym typeface="Jura"/>
              </a:rPr>
              <a:t>Net Interest Margin = (Interest Income – Interest Expense) / Total Assets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Jura Light"/>
              <a:buAutoNum type="alphaLcPeriod"/>
            </a:pPr>
            <a:r>
              <a:rPr lang="en">
                <a:latin typeface="Jura"/>
                <a:ea typeface="Jura"/>
                <a:cs typeface="Jura"/>
                <a:sym typeface="Jura"/>
              </a:rPr>
              <a:t>It measures the difference between interest income generated and interest expenses. Itis basically the net benefit of lending. 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b="1" lang="en">
                <a:latin typeface="Jura"/>
                <a:ea typeface="Jura"/>
                <a:cs typeface="Jura"/>
                <a:sym typeface="Jura"/>
              </a:rPr>
              <a:t>3.84%</a:t>
            </a:r>
            <a:r>
              <a:rPr b="1" lang="en">
                <a:latin typeface="Jura"/>
                <a:ea typeface="Jura"/>
                <a:cs typeface="Jura"/>
                <a:sym typeface="Jura"/>
              </a:rPr>
              <a:t> </a:t>
            </a:r>
            <a:r>
              <a:rPr lang="en">
                <a:latin typeface="Jura"/>
                <a:ea typeface="Jura"/>
                <a:cs typeface="Jura"/>
                <a:sym typeface="Jura"/>
              </a:rPr>
              <a:t>| Average on the industry (next slide) 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Jura Light"/>
              <a:buAutoNum type="arabicPeriod"/>
            </a:pPr>
            <a:r>
              <a:rPr lang="en">
                <a:latin typeface="Jura"/>
                <a:ea typeface="Jura"/>
                <a:cs typeface="Jura"/>
                <a:sym typeface="Jura"/>
              </a:rPr>
              <a:t>Efficiency Ratios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Jura Light"/>
              <a:buAutoNum type="alphaLcPeriod"/>
            </a:pPr>
            <a:r>
              <a:rPr lang="en">
                <a:latin typeface="Jura"/>
                <a:ea typeface="Jura"/>
                <a:cs typeface="Jura"/>
                <a:sym typeface="Jura"/>
              </a:rPr>
              <a:t>Efficiency =  Non-Interest Expense / Revenue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Jura"/>
              <a:buAutoNum type="alphaLcPeriod"/>
            </a:pPr>
            <a:r>
              <a:rPr lang="en">
                <a:latin typeface="Jura"/>
                <a:ea typeface="Jura"/>
                <a:cs typeface="Jura"/>
                <a:sym typeface="Jura"/>
              </a:rPr>
              <a:t>A low ratio indicates that a bank is spending less to generate every dollar of income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>
                <a:latin typeface="Jura"/>
                <a:ea typeface="Jura"/>
                <a:cs typeface="Jura"/>
                <a:sym typeface="Jura"/>
              </a:rPr>
              <a:t>Calculation = 91,797 / 177,556 = </a:t>
            </a:r>
            <a:r>
              <a:rPr b="1" lang="en">
                <a:latin typeface="Jura"/>
                <a:ea typeface="Jura"/>
                <a:cs typeface="Jura"/>
                <a:sym typeface="Jura"/>
              </a:rPr>
              <a:t>51.7% </a:t>
            </a:r>
            <a:endParaRPr b="1"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Jura"/>
              <a:buAutoNum type="alphaLcPeriod"/>
            </a:pPr>
            <a:r>
              <a:rPr lang="en">
                <a:latin typeface="Jura"/>
                <a:ea typeface="Jura"/>
                <a:cs typeface="Jura"/>
                <a:sym typeface="Jura"/>
              </a:rPr>
              <a:t>Average 58.7% according to the </a:t>
            </a:r>
            <a:r>
              <a:rPr lang="en" u="sng">
                <a:solidFill>
                  <a:schemeClr val="hlink"/>
                </a:solidFill>
                <a:latin typeface="Jura"/>
                <a:ea typeface="Jura"/>
                <a:cs typeface="Jura"/>
                <a:sym typeface="Jura"/>
                <a:hlinkClick r:id="rId3"/>
              </a:rPr>
              <a:t>FDIC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Jura Light"/>
              <a:buAutoNum type="arabicPeriod"/>
            </a:pPr>
            <a:r>
              <a:rPr lang="en">
                <a:latin typeface="Jura"/>
                <a:ea typeface="Jura"/>
                <a:cs typeface="Jura"/>
                <a:sym typeface="Jura"/>
              </a:rPr>
              <a:t>Financial S</a:t>
            </a:r>
            <a:r>
              <a:rPr lang="en">
                <a:latin typeface="Jura"/>
                <a:ea typeface="Jura"/>
                <a:cs typeface="Jura"/>
                <a:sym typeface="Jura"/>
              </a:rPr>
              <a:t>trength</a:t>
            </a:r>
            <a:r>
              <a:rPr lang="en">
                <a:latin typeface="Jura"/>
                <a:ea typeface="Jura"/>
                <a:cs typeface="Jura"/>
                <a:sym typeface="Jura"/>
              </a:rPr>
              <a:t> Ratios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Jura Light"/>
              <a:buAutoNum type="alphaLcPeriod"/>
            </a:pPr>
            <a:r>
              <a:rPr lang="en">
                <a:latin typeface="Jura"/>
                <a:ea typeface="Jura"/>
                <a:cs typeface="Jura"/>
                <a:sym typeface="Jura"/>
              </a:rPr>
              <a:t>CET1 or Common Equity Tier 1 = Common Equity Tier 1 Capital / Risk-Weighted Assets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Jura Light"/>
              <a:buAutoNum type="alphaLcPeriod"/>
            </a:pPr>
            <a:r>
              <a:rPr lang="en">
                <a:latin typeface="Jura"/>
                <a:ea typeface="Jura"/>
                <a:cs typeface="Jura"/>
                <a:sym typeface="Jura"/>
              </a:rPr>
              <a:t>A measure of a bank’s financial strength by comparing its core equity capital with its total risk-weighted assets. </a:t>
            </a:r>
            <a:r>
              <a:rPr b="1" lang="en">
                <a:latin typeface="Jura"/>
                <a:ea typeface="Jura"/>
                <a:cs typeface="Jura"/>
                <a:sym typeface="Jura"/>
              </a:rPr>
              <a:t>The bigger the better</a:t>
            </a:r>
            <a:r>
              <a:rPr lang="en">
                <a:latin typeface="Jura"/>
                <a:ea typeface="Jura"/>
                <a:cs typeface="Jura"/>
                <a:sym typeface="Jura"/>
              </a:rPr>
              <a:t> it can absorb more loss </a:t>
            </a:r>
            <a:r>
              <a:rPr lang="en">
                <a:latin typeface="Jura"/>
                <a:ea typeface="Jura"/>
                <a:cs typeface="Jura"/>
                <a:sym typeface="Jura"/>
              </a:rPr>
              <a:t>without</a:t>
            </a:r>
            <a:r>
              <a:rPr lang="en">
                <a:latin typeface="Jura"/>
                <a:ea typeface="Jura"/>
                <a:cs typeface="Jura"/>
                <a:sym typeface="Jura"/>
              </a:rPr>
              <a:t> affecting solvency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Jura"/>
              <a:buAutoNum type="alphaLcPeriod"/>
            </a:pPr>
            <a:r>
              <a:rPr b="1" lang="en">
                <a:latin typeface="Jura"/>
                <a:ea typeface="Jura"/>
                <a:cs typeface="Jura"/>
                <a:sym typeface="Jura"/>
              </a:rPr>
              <a:t>Result = 15.7 % </a:t>
            </a:r>
            <a:endParaRPr b="1">
              <a:latin typeface="Jura"/>
              <a:ea typeface="Jura"/>
              <a:cs typeface="Jura"/>
              <a:sym typeface="Jur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Font typeface="Jura Light"/>
              <a:buAutoNum type="alphaLcPeriod"/>
            </a:pPr>
            <a:r>
              <a:rPr lang="en">
                <a:latin typeface="Jura"/>
                <a:ea typeface="Jura"/>
                <a:cs typeface="Jura"/>
                <a:sym typeface="Jura"/>
              </a:rPr>
              <a:t>Average in the U.S. is 12% according to the </a:t>
            </a:r>
            <a:r>
              <a:rPr lang="en" u="sng">
                <a:solidFill>
                  <a:schemeClr val="hlink"/>
                </a:solidFill>
                <a:latin typeface="Jura"/>
                <a:ea typeface="Jura"/>
                <a:cs typeface="Jura"/>
                <a:sym typeface="Jura"/>
                <a:hlinkClick r:id="rId4"/>
              </a:rPr>
              <a:t>Federal Reserve Board</a:t>
            </a:r>
            <a:endParaRPr>
              <a:latin typeface="Jura"/>
              <a:ea typeface="Jura"/>
              <a:cs typeface="Jura"/>
              <a:sym typeface="Ju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400" y="836650"/>
            <a:ext cx="6033200" cy="394355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1"/>
          <p:cNvSpPr txBox="1"/>
          <p:nvPr/>
        </p:nvSpPr>
        <p:spPr>
          <a:xfrm>
            <a:off x="1450225" y="4780200"/>
            <a:ext cx="53061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Federal Deposit Insurance Corporation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544" name="Google Shape;544;p41"/>
          <p:cNvSpPr txBox="1"/>
          <p:nvPr/>
        </p:nvSpPr>
        <p:spPr>
          <a:xfrm>
            <a:off x="0" y="0"/>
            <a:ext cx="47625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JP Morgan Chase Total Assets &gt; 250 Billion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Philanthropy</a:t>
            </a:r>
            <a:endParaRPr/>
          </a:p>
        </p:txBody>
      </p:sp>
      <p:sp>
        <p:nvSpPr>
          <p:cNvPr id="550" name="Google Shape;550;p42"/>
          <p:cNvSpPr txBox="1"/>
          <p:nvPr>
            <p:ph idx="1" type="body"/>
          </p:nvPr>
        </p:nvSpPr>
        <p:spPr>
          <a:xfrm>
            <a:off x="720000" y="1067475"/>
            <a:ext cx="7704000" cy="6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ura"/>
                <a:ea typeface="Jura"/>
                <a:cs typeface="Jura"/>
                <a:sym typeface="Jura"/>
              </a:rPr>
              <a:t>“</a:t>
            </a:r>
            <a:r>
              <a:rPr lang="en">
                <a:latin typeface="Jura"/>
                <a:ea typeface="Jura"/>
                <a:cs typeface="Jura"/>
                <a:sym typeface="Jura"/>
              </a:rPr>
              <a:t>Giving back is often an essential part of a life plan—as well as a financial plan”</a:t>
            </a:r>
            <a:endParaRPr>
              <a:latin typeface="Jura"/>
              <a:ea typeface="Jura"/>
              <a:cs typeface="Jura"/>
              <a:sym typeface="Jura"/>
            </a:endParaRPr>
          </a:p>
        </p:txBody>
      </p:sp>
      <p:sp>
        <p:nvSpPr>
          <p:cNvPr id="551" name="Google Shape;551;p42"/>
          <p:cNvSpPr txBox="1"/>
          <p:nvPr/>
        </p:nvSpPr>
        <p:spPr>
          <a:xfrm>
            <a:off x="889675" y="1714575"/>
            <a:ext cx="6699000" cy="27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  <a:t>JP Morgan and Its Impact on the Community</a:t>
            </a:r>
            <a:endParaRPr b="1" sz="1600">
              <a:solidFill>
                <a:schemeClr val="accent6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Jura"/>
              <a:buChar char="●"/>
            </a:pPr>
            <a:r>
              <a:rPr b="1"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  <a:t>Social Investment</a:t>
            </a:r>
            <a:br>
              <a:rPr b="1"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</a:br>
            <a:r>
              <a:rPr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  <a:t> $30 billion committed to advancing racial equity</a:t>
            </a:r>
            <a:br>
              <a:rPr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</a:br>
            <a:r>
              <a:rPr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  <a:t> Support for small businesses and minority-owned enterprises</a:t>
            </a:r>
            <a:endParaRPr>
              <a:solidFill>
                <a:schemeClr val="accent6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Jura"/>
              <a:buChar char="●"/>
            </a:pPr>
            <a:r>
              <a:rPr b="1"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  <a:t>Affordable Housing</a:t>
            </a:r>
            <a:br>
              <a:rPr b="1"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</a:br>
            <a:r>
              <a:rPr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  <a:t> Financing for low-cost housing projects</a:t>
            </a:r>
            <a:endParaRPr>
              <a:solidFill>
                <a:schemeClr val="accent6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Jura"/>
              <a:buChar char="●"/>
            </a:pPr>
            <a:r>
              <a:rPr b="1"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  <a:t>Education &amp; Employment</a:t>
            </a:r>
            <a:br>
              <a:rPr b="1"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</a:br>
            <a:r>
              <a:rPr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  <a:t> Job training and workforce development programs</a:t>
            </a:r>
            <a:br>
              <a:rPr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</a:br>
            <a:r>
              <a:rPr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  <a:t> Financial education for families</a:t>
            </a:r>
            <a:endParaRPr>
              <a:solidFill>
                <a:schemeClr val="accent6"/>
              </a:solidFill>
              <a:latin typeface="Jura"/>
              <a:ea typeface="Jura"/>
              <a:cs typeface="Jura"/>
              <a:sym typeface="Jur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Jura"/>
              <a:buChar char="●"/>
            </a:pPr>
            <a:r>
              <a:rPr b="1"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  <a:t>Local Engagement</a:t>
            </a:r>
            <a:br>
              <a:rPr b="1"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</a:br>
            <a:r>
              <a:rPr lang="en">
                <a:solidFill>
                  <a:schemeClr val="accent6"/>
                </a:solidFill>
                <a:latin typeface="Jura"/>
                <a:ea typeface="Jura"/>
                <a:cs typeface="Jura"/>
                <a:sym typeface="Jura"/>
              </a:rPr>
              <a:t> Partnerships with nonprofits</a:t>
            </a:r>
            <a:endParaRPr>
              <a:solidFill>
                <a:schemeClr val="accent6"/>
              </a:solidFill>
              <a:latin typeface="Jura"/>
              <a:ea typeface="Jura"/>
              <a:cs typeface="Jura"/>
              <a:sym typeface="Ju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3"/>
          <p:cNvSpPr txBox="1"/>
          <p:nvPr>
            <p:ph type="title"/>
          </p:nvPr>
        </p:nvSpPr>
        <p:spPr>
          <a:xfrm>
            <a:off x="713225" y="540000"/>
            <a:ext cx="4151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hanks!</a:t>
            </a:r>
            <a:endParaRPr/>
          </a:p>
        </p:txBody>
      </p:sp>
      <p:sp>
        <p:nvSpPr>
          <p:cNvPr id="557" name="Google Shape;557;p43"/>
          <p:cNvSpPr txBox="1"/>
          <p:nvPr>
            <p:ph idx="1" type="subTitle"/>
          </p:nvPr>
        </p:nvSpPr>
        <p:spPr>
          <a:xfrm>
            <a:off x="840225" y="1679975"/>
            <a:ext cx="41517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 Session</a:t>
            </a:r>
            <a:endParaRPr/>
          </a:p>
        </p:txBody>
      </p:sp>
      <p:grpSp>
        <p:nvGrpSpPr>
          <p:cNvPr id="558" name="Google Shape;558;p43"/>
          <p:cNvGrpSpPr/>
          <p:nvPr/>
        </p:nvGrpSpPr>
        <p:grpSpPr>
          <a:xfrm flipH="1">
            <a:off x="6518435" y="103266"/>
            <a:ext cx="2348437" cy="1932163"/>
            <a:chOff x="6518435" y="3144203"/>
            <a:chExt cx="2348437" cy="1932163"/>
          </a:xfrm>
        </p:grpSpPr>
        <p:sp>
          <p:nvSpPr>
            <p:cNvPr id="559" name="Google Shape;559;p43"/>
            <p:cNvSpPr/>
            <p:nvPr/>
          </p:nvSpPr>
          <p:spPr>
            <a:xfrm>
              <a:off x="6524023" y="4536193"/>
              <a:ext cx="177018" cy="169567"/>
            </a:xfrm>
            <a:custGeom>
              <a:rect b="b" l="l" r="r" t="t"/>
              <a:pathLst>
                <a:path extrusionOk="0" h="2640" w="2756">
                  <a:moveTo>
                    <a:pt x="1" y="1"/>
                  </a:moveTo>
                  <a:lnTo>
                    <a:pt x="1" y="2639"/>
                  </a:lnTo>
                  <a:lnTo>
                    <a:pt x="2755" y="2639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43"/>
            <p:cNvSpPr/>
            <p:nvPr/>
          </p:nvSpPr>
          <p:spPr>
            <a:xfrm>
              <a:off x="6518435" y="4529706"/>
              <a:ext cx="189093" cy="181642"/>
            </a:xfrm>
            <a:custGeom>
              <a:rect b="b" l="l" r="r" t="t"/>
              <a:pathLst>
                <a:path extrusionOk="0" h="2828" w="2944">
                  <a:moveTo>
                    <a:pt x="2755" y="189"/>
                  </a:moveTo>
                  <a:lnTo>
                    <a:pt x="2755" y="2653"/>
                  </a:lnTo>
                  <a:lnTo>
                    <a:pt x="189" y="2653"/>
                  </a:lnTo>
                  <a:lnTo>
                    <a:pt x="189" y="189"/>
                  </a:lnTo>
                  <a:close/>
                  <a:moveTo>
                    <a:pt x="88" y="1"/>
                  </a:moveTo>
                  <a:cubicBezTo>
                    <a:pt x="44" y="1"/>
                    <a:pt x="1" y="44"/>
                    <a:pt x="1" y="102"/>
                  </a:cubicBezTo>
                  <a:lnTo>
                    <a:pt x="1" y="2740"/>
                  </a:lnTo>
                  <a:cubicBezTo>
                    <a:pt x="1" y="2798"/>
                    <a:pt x="44" y="2827"/>
                    <a:pt x="88" y="2827"/>
                  </a:cubicBezTo>
                  <a:lnTo>
                    <a:pt x="2842" y="2827"/>
                  </a:lnTo>
                  <a:cubicBezTo>
                    <a:pt x="2900" y="2827"/>
                    <a:pt x="2943" y="2798"/>
                    <a:pt x="2943" y="2740"/>
                  </a:cubicBezTo>
                  <a:lnTo>
                    <a:pt x="2943" y="102"/>
                  </a:lnTo>
                  <a:cubicBezTo>
                    <a:pt x="2943" y="44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3"/>
            <p:cNvSpPr/>
            <p:nvPr/>
          </p:nvSpPr>
          <p:spPr>
            <a:xfrm>
              <a:off x="6606880" y="4700107"/>
              <a:ext cx="12204" cy="229108"/>
            </a:xfrm>
            <a:custGeom>
              <a:rect b="b" l="l" r="r" t="t"/>
              <a:pathLst>
                <a:path extrusionOk="0" h="3567" w="190">
                  <a:moveTo>
                    <a:pt x="87" y="0"/>
                  </a:moveTo>
                  <a:cubicBezTo>
                    <a:pt x="44" y="0"/>
                    <a:pt x="0" y="29"/>
                    <a:pt x="0" y="87"/>
                  </a:cubicBezTo>
                  <a:lnTo>
                    <a:pt x="0" y="3480"/>
                  </a:lnTo>
                  <a:cubicBezTo>
                    <a:pt x="0" y="3524"/>
                    <a:pt x="44" y="3567"/>
                    <a:pt x="87" y="3567"/>
                  </a:cubicBezTo>
                  <a:cubicBezTo>
                    <a:pt x="145" y="3567"/>
                    <a:pt x="189" y="3524"/>
                    <a:pt x="189" y="3480"/>
                  </a:cubicBezTo>
                  <a:lnTo>
                    <a:pt x="189" y="87"/>
                  </a:lnTo>
                  <a:cubicBezTo>
                    <a:pt x="189" y="29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3"/>
            <p:cNvSpPr/>
            <p:nvPr/>
          </p:nvSpPr>
          <p:spPr>
            <a:xfrm>
              <a:off x="6606880" y="4311838"/>
              <a:ext cx="12204" cy="230008"/>
            </a:xfrm>
            <a:custGeom>
              <a:rect b="b" l="l" r="r" t="t"/>
              <a:pathLst>
                <a:path extrusionOk="0" h="3581" w="190">
                  <a:moveTo>
                    <a:pt x="87" y="0"/>
                  </a:moveTo>
                  <a:cubicBezTo>
                    <a:pt x="44" y="0"/>
                    <a:pt x="0" y="43"/>
                    <a:pt x="0" y="101"/>
                  </a:cubicBezTo>
                  <a:lnTo>
                    <a:pt x="0" y="3494"/>
                  </a:lnTo>
                  <a:cubicBezTo>
                    <a:pt x="0" y="3538"/>
                    <a:pt x="44" y="3581"/>
                    <a:pt x="87" y="3581"/>
                  </a:cubicBezTo>
                  <a:cubicBezTo>
                    <a:pt x="145" y="3581"/>
                    <a:pt x="189" y="3538"/>
                    <a:pt x="189" y="3494"/>
                  </a:cubicBezTo>
                  <a:lnTo>
                    <a:pt x="189" y="101"/>
                  </a:lnTo>
                  <a:cubicBezTo>
                    <a:pt x="189" y="43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3"/>
            <p:cNvSpPr/>
            <p:nvPr/>
          </p:nvSpPr>
          <p:spPr>
            <a:xfrm>
              <a:off x="6833162" y="3531509"/>
              <a:ext cx="177018" cy="988949"/>
            </a:xfrm>
            <a:custGeom>
              <a:rect b="b" l="l" r="r" t="t"/>
              <a:pathLst>
                <a:path extrusionOk="0" h="15397" w="2756">
                  <a:moveTo>
                    <a:pt x="1" y="1"/>
                  </a:moveTo>
                  <a:lnTo>
                    <a:pt x="1" y="15397"/>
                  </a:lnTo>
                  <a:lnTo>
                    <a:pt x="2755" y="15397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3"/>
            <p:cNvSpPr/>
            <p:nvPr/>
          </p:nvSpPr>
          <p:spPr>
            <a:xfrm>
              <a:off x="6915119" y="4513841"/>
              <a:ext cx="12139" cy="230136"/>
            </a:xfrm>
            <a:custGeom>
              <a:rect b="b" l="l" r="r" t="t"/>
              <a:pathLst>
                <a:path extrusionOk="0" h="3583" w="189">
                  <a:moveTo>
                    <a:pt x="101" y="1"/>
                  </a:moveTo>
                  <a:cubicBezTo>
                    <a:pt x="43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3" y="3582"/>
                    <a:pt x="101" y="3582"/>
                  </a:cubicBezTo>
                  <a:cubicBezTo>
                    <a:pt x="146" y="3582"/>
                    <a:pt x="188" y="3538"/>
                    <a:pt x="188" y="3495"/>
                  </a:cubicBezTo>
                  <a:lnTo>
                    <a:pt x="188" y="103"/>
                  </a:lnTo>
                  <a:cubicBezTo>
                    <a:pt x="188" y="45"/>
                    <a:pt x="146" y="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3"/>
            <p:cNvSpPr/>
            <p:nvPr/>
          </p:nvSpPr>
          <p:spPr>
            <a:xfrm>
              <a:off x="6915119" y="3307090"/>
              <a:ext cx="12139" cy="230072"/>
            </a:xfrm>
            <a:custGeom>
              <a:rect b="b" l="l" r="r" t="t"/>
              <a:pathLst>
                <a:path extrusionOk="0" h="3582" w="189">
                  <a:moveTo>
                    <a:pt x="101" y="0"/>
                  </a:moveTo>
                  <a:cubicBezTo>
                    <a:pt x="43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3" y="3582"/>
                    <a:pt x="101" y="3582"/>
                  </a:cubicBezTo>
                  <a:cubicBezTo>
                    <a:pt x="146" y="3582"/>
                    <a:pt x="188" y="3538"/>
                    <a:pt x="188" y="3495"/>
                  </a:cubicBezTo>
                  <a:lnTo>
                    <a:pt x="188" y="103"/>
                  </a:lnTo>
                  <a:cubicBezTo>
                    <a:pt x="188" y="45"/>
                    <a:pt x="146" y="0"/>
                    <a:pt x="1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3"/>
            <p:cNvSpPr/>
            <p:nvPr/>
          </p:nvSpPr>
          <p:spPr>
            <a:xfrm>
              <a:off x="7141337" y="3531509"/>
              <a:ext cx="177018" cy="143490"/>
            </a:xfrm>
            <a:custGeom>
              <a:rect b="b" l="l" r="r" t="t"/>
              <a:pathLst>
                <a:path extrusionOk="0" h="2234" w="2756">
                  <a:moveTo>
                    <a:pt x="1" y="1"/>
                  </a:moveTo>
                  <a:lnTo>
                    <a:pt x="1" y="2233"/>
                  </a:lnTo>
                  <a:lnTo>
                    <a:pt x="2755" y="2233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3"/>
            <p:cNvSpPr/>
            <p:nvPr/>
          </p:nvSpPr>
          <p:spPr>
            <a:xfrm>
              <a:off x="7224257" y="3668383"/>
              <a:ext cx="11240" cy="230072"/>
            </a:xfrm>
            <a:custGeom>
              <a:rect b="b" l="l" r="r" t="t"/>
              <a:pathLst>
                <a:path extrusionOk="0" h="3582" w="175">
                  <a:moveTo>
                    <a:pt x="88" y="0"/>
                  </a:moveTo>
                  <a:cubicBezTo>
                    <a:pt x="30" y="0"/>
                    <a:pt x="1" y="44"/>
                    <a:pt x="1" y="102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2"/>
                  </a:lnTo>
                  <a:cubicBezTo>
                    <a:pt x="175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3"/>
            <p:cNvSpPr/>
            <p:nvPr/>
          </p:nvSpPr>
          <p:spPr>
            <a:xfrm>
              <a:off x="7224257" y="3307090"/>
              <a:ext cx="11240" cy="230072"/>
            </a:xfrm>
            <a:custGeom>
              <a:rect b="b" l="l" r="r" t="t"/>
              <a:pathLst>
                <a:path extrusionOk="0" h="3582" w="175">
                  <a:moveTo>
                    <a:pt x="88" y="0"/>
                  </a:moveTo>
                  <a:cubicBezTo>
                    <a:pt x="30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3"/>
                  </a:lnTo>
                  <a:cubicBezTo>
                    <a:pt x="175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3"/>
            <p:cNvSpPr/>
            <p:nvPr/>
          </p:nvSpPr>
          <p:spPr>
            <a:xfrm>
              <a:off x="7449576" y="3677697"/>
              <a:ext cx="177018" cy="348319"/>
            </a:xfrm>
            <a:custGeom>
              <a:rect b="b" l="l" r="r" t="t"/>
              <a:pathLst>
                <a:path extrusionOk="0" h="5423" w="2756">
                  <a:moveTo>
                    <a:pt x="1" y="0"/>
                  </a:moveTo>
                  <a:lnTo>
                    <a:pt x="1" y="5422"/>
                  </a:lnTo>
                  <a:lnTo>
                    <a:pt x="2755" y="5422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3"/>
            <p:cNvSpPr/>
            <p:nvPr/>
          </p:nvSpPr>
          <p:spPr>
            <a:xfrm>
              <a:off x="7443988" y="3671209"/>
              <a:ext cx="189093" cy="360395"/>
            </a:xfrm>
            <a:custGeom>
              <a:rect b="b" l="l" r="r" t="t"/>
              <a:pathLst>
                <a:path extrusionOk="0" h="5611" w="2944">
                  <a:moveTo>
                    <a:pt x="2755" y="188"/>
                  </a:moveTo>
                  <a:lnTo>
                    <a:pt x="2755" y="5422"/>
                  </a:lnTo>
                  <a:lnTo>
                    <a:pt x="189" y="5422"/>
                  </a:lnTo>
                  <a:lnTo>
                    <a:pt x="189" y="188"/>
                  </a:lnTo>
                  <a:close/>
                  <a:moveTo>
                    <a:pt x="88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5523"/>
                  </a:lnTo>
                  <a:cubicBezTo>
                    <a:pt x="1" y="5567"/>
                    <a:pt x="44" y="5610"/>
                    <a:pt x="88" y="5610"/>
                  </a:cubicBezTo>
                  <a:lnTo>
                    <a:pt x="2842" y="5610"/>
                  </a:lnTo>
                  <a:cubicBezTo>
                    <a:pt x="2900" y="5610"/>
                    <a:pt x="2943" y="5567"/>
                    <a:pt x="2943" y="5523"/>
                  </a:cubicBezTo>
                  <a:lnTo>
                    <a:pt x="2943" y="101"/>
                  </a:lnTo>
                  <a:cubicBezTo>
                    <a:pt x="2943" y="43"/>
                    <a:pt x="2900" y="0"/>
                    <a:pt x="2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3"/>
            <p:cNvSpPr/>
            <p:nvPr/>
          </p:nvSpPr>
          <p:spPr>
            <a:xfrm>
              <a:off x="7532432" y="4019464"/>
              <a:ext cx="12204" cy="230008"/>
            </a:xfrm>
            <a:custGeom>
              <a:rect b="b" l="l" r="r" t="t"/>
              <a:pathLst>
                <a:path extrusionOk="0" h="3581" w="190">
                  <a:moveTo>
                    <a:pt x="88" y="0"/>
                  </a:moveTo>
                  <a:cubicBezTo>
                    <a:pt x="45" y="0"/>
                    <a:pt x="1" y="43"/>
                    <a:pt x="1" y="101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88" y="3581"/>
                  </a:cubicBezTo>
                  <a:cubicBezTo>
                    <a:pt x="146" y="3581"/>
                    <a:pt x="190" y="3538"/>
                    <a:pt x="190" y="3494"/>
                  </a:cubicBezTo>
                  <a:lnTo>
                    <a:pt x="190" y="101"/>
                  </a:lnTo>
                  <a:cubicBezTo>
                    <a:pt x="190" y="43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43"/>
            <p:cNvSpPr/>
            <p:nvPr/>
          </p:nvSpPr>
          <p:spPr>
            <a:xfrm>
              <a:off x="7532432" y="3454241"/>
              <a:ext cx="12204" cy="229108"/>
            </a:xfrm>
            <a:custGeom>
              <a:rect b="b" l="l" r="r" t="t"/>
              <a:pathLst>
                <a:path extrusionOk="0" h="3567" w="190">
                  <a:moveTo>
                    <a:pt x="88" y="0"/>
                  </a:moveTo>
                  <a:cubicBezTo>
                    <a:pt x="45" y="0"/>
                    <a:pt x="1" y="29"/>
                    <a:pt x="1" y="87"/>
                  </a:cubicBezTo>
                  <a:lnTo>
                    <a:pt x="1" y="3479"/>
                  </a:lnTo>
                  <a:cubicBezTo>
                    <a:pt x="1" y="3523"/>
                    <a:pt x="45" y="3566"/>
                    <a:pt x="88" y="3566"/>
                  </a:cubicBezTo>
                  <a:cubicBezTo>
                    <a:pt x="146" y="3566"/>
                    <a:pt x="190" y="3523"/>
                    <a:pt x="190" y="3479"/>
                  </a:cubicBezTo>
                  <a:lnTo>
                    <a:pt x="190" y="87"/>
                  </a:lnTo>
                  <a:cubicBezTo>
                    <a:pt x="190" y="29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43"/>
            <p:cNvSpPr/>
            <p:nvPr/>
          </p:nvSpPr>
          <p:spPr>
            <a:xfrm>
              <a:off x="7758778" y="4041816"/>
              <a:ext cx="176954" cy="797994"/>
            </a:xfrm>
            <a:custGeom>
              <a:rect b="b" l="l" r="r" t="t"/>
              <a:pathLst>
                <a:path extrusionOk="0" h="12424" w="2755">
                  <a:moveTo>
                    <a:pt x="0" y="0"/>
                  </a:moveTo>
                  <a:lnTo>
                    <a:pt x="0" y="12424"/>
                  </a:lnTo>
                  <a:lnTo>
                    <a:pt x="2754" y="1242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3"/>
            <p:cNvSpPr/>
            <p:nvPr/>
          </p:nvSpPr>
          <p:spPr>
            <a:xfrm>
              <a:off x="7752163" y="4035264"/>
              <a:ext cx="189157" cy="811096"/>
            </a:xfrm>
            <a:custGeom>
              <a:rect b="b" l="l" r="r" t="t"/>
              <a:pathLst>
                <a:path extrusionOk="0" h="12628" w="2945">
                  <a:moveTo>
                    <a:pt x="2755" y="189"/>
                  </a:moveTo>
                  <a:lnTo>
                    <a:pt x="2755" y="12439"/>
                  </a:lnTo>
                  <a:lnTo>
                    <a:pt x="190" y="12439"/>
                  </a:lnTo>
                  <a:lnTo>
                    <a:pt x="190" y="189"/>
                  </a:lnTo>
                  <a:close/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12526"/>
                  </a:lnTo>
                  <a:cubicBezTo>
                    <a:pt x="1" y="12584"/>
                    <a:pt x="45" y="12628"/>
                    <a:pt x="103" y="12628"/>
                  </a:cubicBezTo>
                  <a:lnTo>
                    <a:pt x="2857" y="12628"/>
                  </a:lnTo>
                  <a:cubicBezTo>
                    <a:pt x="2900" y="12628"/>
                    <a:pt x="2944" y="12584"/>
                    <a:pt x="2944" y="12526"/>
                  </a:cubicBezTo>
                  <a:lnTo>
                    <a:pt x="2944" y="102"/>
                  </a:lnTo>
                  <a:cubicBezTo>
                    <a:pt x="2944" y="44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3"/>
            <p:cNvSpPr/>
            <p:nvPr/>
          </p:nvSpPr>
          <p:spPr>
            <a:xfrm>
              <a:off x="7840671" y="4834155"/>
              <a:ext cx="12139" cy="229173"/>
            </a:xfrm>
            <a:custGeom>
              <a:rect b="b" l="l" r="r" t="t"/>
              <a:pathLst>
                <a:path extrusionOk="0" h="3568" w="189">
                  <a:moveTo>
                    <a:pt x="102" y="1"/>
                  </a:moveTo>
                  <a:cubicBezTo>
                    <a:pt x="44" y="1"/>
                    <a:pt x="1" y="45"/>
                    <a:pt x="1" y="88"/>
                  </a:cubicBezTo>
                  <a:lnTo>
                    <a:pt x="1" y="3480"/>
                  </a:lnTo>
                  <a:cubicBezTo>
                    <a:pt x="1" y="3538"/>
                    <a:pt x="44" y="3567"/>
                    <a:pt x="102" y="3567"/>
                  </a:cubicBezTo>
                  <a:cubicBezTo>
                    <a:pt x="146" y="3567"/>
                    <a:pt x="189" y="3538"/>
                    <a:pt x="189" y="3480"/>
                  </a:cubicBezTo>
                  <a:lnTo>
                    <a:pt x="189" y="88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3"/>
            <p:cNvSpPr/>
            <p:nvPr/>
          </p:nvSpPr>
          <p:spPr>
            <a:xfrm>
              <a:off x="7840671" y="3817332"/>
              <a:ext cx="12139" cy="230136"/>
            </a:xfrm>
            <a:custGeom>
              <a:rect b="b" l="l" r="r" t="t"/>
              <a:pathLst>
                <a:path extrusionOk="0" h="3583" w="189"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4" y="3582"/>
                    <a:pt x="102" y="3582"/>
                  </a:cubicBezTo>
                  <a:cubicBezTo>
                    <a:pt x="146" y="3582"/>
                    <a:pt x="189" y="3538"/>
                    <a:pt x="189" y="3495"/>
                  </a:cubicBezTo>
                  <a:lnTo>
                    <a:pt x="189" y="103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3"/>
            <p:cNvSpPr/>
            <p:nvPr/>
          </p:nvSpPr>
          <p:spPr>
            <a:xfrm>
              <a:off x="8066953" y="4645191"/>
              <a:ext cx="176954" cy="207656"/>
            </a:xfrm>
            <a:custGeom>
              <a:rect b="b" l="l" r="r" t="t"/>
              <a:pathLst>
                <a:path extrusionOk="0" h="3233" w="2755">
                  <a:moveTo>
                    <a:pt x="0" y="0"/>
                  </a:moveTo>
                  <a:lnTo>
                    <a:pt x="0" y="3233"/>
                  </a:lnTo>
                  <a:lnTo>
                    <a:pt x="2754" y="3233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3"/>
            <p:cNvSpPr/>
            <p:nvPr/>
          </p:nvSpPr>
          <p:spPr>
            <a:xfrm>
              <a:off x="8148846" y="4846295"/>
              <a:ext cx="12204" cy="230072"/>
            </a:xfrm>
            <a:custGeom>
              <a:rect b="b" l="l" r="r" t="t"/>
              <a:pathLst>
                <a:path extrusionOk="0" h="3582" w="190">
                  <a:moveTo>
                    <a:pt x="103" y="1"/>
                  </a:moveTo>
                  <a:cubicBezTo>
                    <a:pt x="45" y="1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103" y="3581"/>
                  </a:cubicBezTo>
                  <a:cubicBezTo>
                    <a:pt x="161" y="3581"/>
                    <a:pt x="190" y="3538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1"/>
                    <a:pt x="1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3"/>
            <p:cNvSpPr/>
            <p:nvPr/>
          </p:nvSpPr>
          <p:spPr>
            <a:xfrm>
              <a:off x="8148846" y="4420772"/>
              <a:ext cx="12204" cy="230072"/>
            </a:xfrm>
            <a:custGeom>
              <a:rect b="b" l="l" r="r" t="t"/>
              <a:pathLst>
                <a:path extrusionOk="0" h="3582" w="190"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7"/>
                    <a:pt x="45" y="3581"/>
                    <a:pt x="103" y="3581"/>
                  </a:cubicBezTo>
                  <a:cubicBezTo>
                    <a:pt x="161" y="3581"/>
                    <a:pt x="190" y="3537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0"/>
                    <a:pt x="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3"/>
            <p:cNvSpPr/>
            <p:nvPr/>
          </p:nvSpPr>
          <p:spPr>
            <a:xfrm>
              <a:off x="8375192" y="3632993"/>
              <a:ext cx="176954" cy="988949"/>
            </a:xfrm>
            <a:custGeom>
              <a:rect b="b" l="l" r="r" t="t"/>
              <a:pathLst>
                <a:path extrusionOk="0" h="15397" w="2755">
                  <a:moveTo>
                    <a:pt x="0" y="0"/>
                  </a:moveTo>
                  <a:lnTo>
                    <a:pt x="0" y="15396"/>
                  </a:lnTo>
                  <a:lnTo>
                    <a:pt x="2755" y="15396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3"/>
            <p:cNvSpPr/>
            <p:nvPr/>
          </p:nvSpPr>
          <p:spPr>
            <a:xfrm>
              <a:off x="8457984" y="4616288"/>
              <a:ext cx="12204" cy="230072"/>
            </a:xfrm>
            <a:custGeom>
              <a:rect b="b" l="l" r="r" t="t"/>
              <a:pathLst>
                <a:path extrusionOk="0" h="3582" w="190">
                  <a:moveTo>
                    <a:pt x="88" y="0"/>
                  </a:moveTo>
                  <a:cubicBezTo>
                    <a:pt x="45" y="0"/>
                    <a:pt x="1" y="45"/>
                    <a:pt x="1" y="87"/>
                  </a:cubicBezTo>
                  <a:lnTo>
                    <a:pt x="1" y="3480"/>
                  </a:lnTo>
                  <a:cubicBezTo>
                    <a:pt x="1" y="3538"/>
                    <a:pt x="45" y="3582"/>
                    <a:pt x="88" y="3582"/>
                  </a:cubicBezTo>
                  <a:cubicBezTo>
                    <a:pt x="146" y="3582"/>
                    <a:pt x="190" y="3538"/>
                    <a:pt x="190" y="3480"/>
                  </a:cubicBezTo>
                  <a:lnTo>
                    <a:pt x="190" y="87"/>
                  </a:lnTo>
                  <a:cubicBezTo>
                    <a:pt x="190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3"/>
            <p:cNvSpPr/>
            <p:nvPr/>
          </p:nvSpPr>
          <p:spPr>
            <a:xfrm>
              <a:off x="8457984" y="3409537"/>
              <a:ext cx="12204" cy="230072"/>
            </a:xfrm>
            <a:custGeom>
              <a:rect b="b" l="l" r="r" t="t"/>
              <a:pathLst>
                <a:path extrusionOk="0" h="3582" w="190">
                  <a:moveTo>
                    <a:pt x="88" y="0"/>
                  </a:moveTo>
                  <a:cubicBezTo>
                    <a:pt x="45" y="0"/>
                    <a:pt x="1" y="44"/>
                    <a:pt x="1" y="87"/>
                  </a:cubicBezTo>
                  <a:lnTo>
                    <a:pt x="1" y="3479"/>
                  </a:lnTo>
                  <a:cubicBezTo>
                    <a:pt x="1" y="3537"/>
                    <a:pt x="45" y="3582"/>
                    <a:pt x="88" y="3582"/>
                  </a:cubicBezTo>
                  <a:cubicBezTo>
                    <a:pt x="146" y="3582"/>
                    <a:pt x="190" y="3537"/>
                    <a:pt x="190" y="3479"/>
                  </a:cubicBezTo>
                  <a:lnTo>
                    <a:pt x="190" y="87"/>
                  </a:lnTo>
                  <a:cubicBezTo>
                    <a:pt x="190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3"/>
            <p:cNvSpPr/>
            <p:nvPr/>
          </p:nvSpPr>
          <p:spPr>
            <a:xfrm>
              <a:off x="8684330" y="3367659"/>
              <a:ext cx="176954" cy="259810"/>
            </a:xfrm>
            <a:custGeom>
              <a:rect b="b" l="l" r="r" t="t"/>
              <a:pathLst>
                <a:path extrusionOk="0" h="4045" w="2755">
                  <a:moveTo>
                    <a:pt x="0" y="0"/>
                  </a:moveTo>
                  <a:lnTo>
                    <a:pt x="0" y="4045"/>
                  </a:lnTo>
                  <a:lnTo>
                    <a:pt x="2755" y="4045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3"/>
            <p:cNvSpPr/>
            <p:nvPr/>
          </p:nvSpPr>
          <p:spPr>
            <a:xfrm>
              <a:off x="8766224" y="3621817"/>
              <a:ext cx="12139" cy="229108"/>
            </a:xfrm>
            <a:custGeom>
              <a:rect b="b" l="l" r="r" t="t"/>
              <a:pathLst>
                <a:path extrusionOk="0" h="3567" w="189">
                  <a:moveTo>
                    <a:pt x="102" y="1"/>
                  </a:moveTo>
                  <a:cubicBezTo>
                    <a:pt x="44" y="1"/>
                    <a:pt x="1" y="30"/>
                    <a:pt x="1" y="88"/>
                  </a:cubicBezTo>
                  <a:lnTo>
                    <a:pt x="1" y="3480"/>
                  </a:lnTo>
                  <a:cubicBezTo>
                    <a:pt x="1" y="3524"/>
                    <a:pt x="44" y="3567"/>
                    <a:pt x="102" y="3567"/>
                  </a:cubicBezTo>
                  <a:cubicBezTo>
                    <a:pt x="146" y="3567"/>
                    <a:pt x="189" y="3524"/>
                    <a:pt x="189" y="3480"/>
                  </a:cubicBezTo>
                  <a:lnTo>
                    <a:pt x="189" y="88"/>
                  </a:lnTo>
                  <a:cubicBezTo>
                    <a:pt x="189" y="30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3"/>
            <p:cNvSpPr/>
            <p:nvPr/>
          </p:nvSpPr>
          <p:spPr>
            <a:xfrm>
              <a:off x="8766224" y="3144203"/>
              <a:ext cx="12139" cy="230008"/>
            </a:xfrm>
            <a:custGeom>
              <a:rect b="b" l="l" r="r" t="t"/>
              <a:pathLst>
                <a:path extrusionOk="0" h="3581" w="189">
                  <a:moveTo>
                    <a:pt x="102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3479"/>
                  </a:lnTo>
                  <a:cubicBezTo>
                    <a:pt x="1" y="3537"/>
                    <a:pt x="44" y="3580"/>
                    <a:pt x="102" y="3580"/>
                  </a:cubicBezTo>
                  <a:cubicBezTo>
                    <a:pt x="146" y="3580"/>
                    <a:pt x="189" y="3537"/>
                    <a:pt x="189" y="3479"/>
                  </a:cubicBezTo>
                  <a:lnTo>
                    <a:pt x="189" y="101"/>
                  </a:lnTo>
                  <a:cubicBezTo>
                    <a:pt x="189" y="43"/>
                    <a:pt x="146" y="0"/>
                    <a:pt x="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3"/>
            <p:cNvSpPr/>
            <p:nvPr/>
          </p:nvSpPr>
          <p:spPr>
            <a:xfrm>
              <a:off x="6826610" y="3524958"/>
              <a:ext cx="189157" cy="1001089"/>
            </a:xfrm>
            <a:custGeom>
              <a:rect b="b" l="l" r="r" t="t"/>
              <a:pathLst>
                <a:path extrusionOk="0" h="15586" w="2945">
                  <a:moveTo>
                    <a:pt x="2755" y="190"/>
                  </a:moveTo>
                  <a:lnTo>
                    <a:pt x="2755" y="15397"/>
                  </a:lnTo>
                  <a:lnTo>
                    <a:pt x="190" y="15397"/>
                  </a:lnTo>
                  <a:lnTo>
                    <a:pt x="190" y="190"/>
                  </a:lnTo>
                  <a:close/>
                  <a:moveTo>
                    <a:pt x="103" y="1"/>
                  </a:moveTo>
                  <a:cubicBezTo>
                    <a:pt x="45" y="1"/>
                    <a:pt x="1" y="45"/>
                    <a:pt x="1" y="103"/>
                  </a:cubicBezTo>
                  <a:lnTo>
                    <a:pt x="1" y="15499"/>
                  </a:lnTo>
                  <a:cubicBezTo>
                    <a:pt x="1" y="15557"/>
                    <a:pt x="45" y="15586"/>
                    <a:pt x="103" y="15586"/>
                  </a:cubicBezTo>
                  <a:lnTo>
                    <a:pt x="2857" y="15586"/>
                  </a:lnTo>
                  <a:cubicBezTo>
                    <a:pt x="2900" y="15586"/>
                    <a:pt x="2944" y="15557"/>
                    <a:pt x="2944" y="15499"/>
                  </a:cubicBezTo>
                  <a:lnTo>
                    <a:pt x="2944" y="103"/>
                  </a:lnTo>
                  <a:cubicBezTo>
                    <a:pt x="2944" y="45"/>
                    <a:pt x="2900" y="1"/>
                    <a:pt x="2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3"/>
            <p:cNvSpPr/>
            <p:nvPr/>
          </p:nvSpPr>
          <p:spPr>
            <a:xfrm>
              <a:off x="7134849" y="3524958"/>
              <a:ext cx="190057" cy="155629"/>
            </a:xfrm>
            <a:custGeom>
              <a:rect b="b" l="l" r="r" t="t"/>
              <a:pathLst>
                <a:path extrusionOk="0" h="2423" w="2959">
                  <a:moveTo>
                    <a:pt x="2769" y="190"/>
                  </a:moveTo>
                  <a:lnTo>
                    <a:pt x="2769" y="2233"/>
                  </a:lnTo>
                  <a:lnTo>
                    <a:pt x="189" y="2233"/>
                  </a:lnTo>
                  <a:lnTo>
                    <a:pt x="189" y="190"/>
                  </a:lnTo>
                  <a:close/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2335"/>
                  </a:lnTo>
                  <a:cubicBezTo>
                    <a:pt x="1" y="2378"/>
                    <a:pt x="44" y="2422"/>
                    <a:pt x="102" y="2422"/>
                  </a:cubicBezTo>
                  <a:lnTo>
                    <a:pt x="2856" y="2422"/>
                  </a:lnTo>
                  <a:cubicBezTo>
                    <a:pt x="2914" y="2422"/>
                    <a:pt x="2958" y="2378"/>
                    <a:pt x="2958" y="2335"/>
                  </a:cubicBezTo>
                  <a:lnTo>
                    <a:pt x="2958" y="103"/>
                  </a:lnTo>
                  <a:cubicBezTo>
                    <a:pt x="2958" y="45"/>
                    <a:pt x="2914" y="1"/>
                    <a:pt x="28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43"/>
            <p:cNvSpPr/>
            <p:nvPr/>
          </p:nvSpPr>
          <p:spPr>
            <a:xfrm>
              <a:off x="8060466" y="4638640"/>
              <a:ext cx="189992" cy="219795"/>
            </a:xfrm>
            <a:custGeom>
              <a:rect b="b" l="l" r="r" t="t"/>
              <a:pathLst>
                <a:path extrusionOk="0" h="3422" w="2958">
                  <a:moveTo>
                    <a:pt x="2768" y="189"/>
                  </a:moveTo>
                  <a:lnTo>
                    <a:pt x="2768" y="3234"/>
                  </a:lnTo>
                  <a:lnTo>
                    <a:pt x="188" y="3234"/>
                  </a:lnTo>
                  <a:lnTo>
                    <a:pt x="188" y="189"/>
                  </a:lnTo>
                  <a:close/>
                  <a:moveTo>
                    <a:pt x="101" y="0"/>
                  </a:moveTo>
                  <a:cubicBezTo>
                    <a:pt x="43" y="0"/>
                    <a:pt x="0" y="44"/>
                    <a:pt x="0" y="102"/>
                  </a:cubicBezTo>
                  <a:lnTo>
                    <a:pt x="0" y="3335"/>
                  </a:lnTo>
                  <a:cubicBezTo>
                    <a:pt x="0" y="3379"/>
                    <a:pt x="43" y="3422"/>
                    <a:pt x="101" y="3422"/>
                  </a:cubicBezTo>
                  <a:lnTo>
                    <a:pt x="2855" y="3422"/>
                  </a:lnTo>
                  <a:cubicBezTo>
                    <a:pt x="2913" y="3422"/>
                    <a:pt x="2958" y="3379"/>
                    <a:pt x="2958" y="3335"/>
                  </a:cubicBezTo>
                  <a:lnTo>
                    <a:pt x="2958" y="102"/>
                  </a:lnTo>
                  <a:cubicBezTo>
                    <a:pt x="2958" y="44"/>
                    <a:pt x="2913" y="0"/>
                    <a:pt x="28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43"/>
            <p:cNvSpPr/>
            <p:nvPr/>
          </p:nvSpPr>
          <p:spPr>
            <a:xfrm>
              <a:off x="8369604" y="3627405"/>
              <a:ext cx="189029" cy="1001089"/>
            </a:xfrm>
            <a:custGeom>
              <a:rect b="b" l="l" r="r" t="t"/>
              <a:pathLst>
                <a:path extrusionOk="0" h="15586" w="2943">
                  <a:moveTo>
                    <a:pt x="2755" y="190"/>
                  </a:moveTo>
                  <a:lnTo>
                    <a:pt x="2755" y="15396"/>
                  </a:lnTo>
                  <a:lnTo>
                    <a:pt x="188" y="15396"/>
                  </a:lnTo>
                  <a:lnTo>
                    <a:pt x="188" y="190"/>
                  </a:lnTo>
                  <a:close/>
                  <a:moveTo>
                    <a:pt x="87" y="1"/>
                  </a:moveTo>
                  <a:cubicBezTo>
                    <a:pt x="43" y="1"/>
                    <a:pt x="0" y="45"/>
                    <a:pt x="0" y="87"/>
                  </a:cubicBezTo>
                  <a:lnTo>
                    <a:pt x="0" y="15483"/>
                  </a:lnTo>
                  <a:cubicBezTo>
                    <a:pt x="0" y="15541"/>
                    <a:pt x="43" y="15586"/>
                    <a:pt x="87" y="15586"/>
                  </a:cubicBezTo>
                  <a:lnTo>
                    <a:pt x="2842" y="15586"/>
                  </a:lnTo>
                  <a:cubicBezTo>
                    <a:pt x="2900" y="15586"/>
                    <a:pt x="2943" y="15541"/>
                    <a:pt x="2943" y="15483"/>
                  </a:cubicBezTo>
                  <a:lnTo>
                    <a:pt x="2943" y="87"/>
                  </a:lnTo>
                  <a:cubicBezTo>
                    <a:pt x="2943" y="45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43"/>
            <p:cNvSpPr/>
            <p:nvPr/>
          </p:nvSpPr>
          <p:spPr>
            <a:xfrm>
              <a:off x="8677779" y="3362071"/>
              <a:ext cx="189093" cy="271950"/>
            </a:xfrm>
            <a:custGeom>
              <a:rect b="b" l="l" r="r" t="t"/>
              <a:pathLst>
                <a:path extrusionOk="0" h="4234" w="2944">
                  <a:moveTo>
                    <a:pt x="2755" y="188"/>
                  </a:moveTo>
                  <a:lnTo>
                    <a:pt x="2755" y="4045"/>
                  </a:lnTo>
                  <a:lnTo>
                    <a:pt x="189" y="4045"/>
                  </a:lnTo>
                  <a:lnTo>
                    <a:pt x="189" y="188"/>
                  </a:lnTo>
                  <a:close/>
                  <a:moveTo>
                    <a:pt x="102" y="0"/>
                  </a:moveTo>
                  <a:cubicBezTo>
                    <a:pt x="44" y="0"/>
                    <a:pt x="0" y="43"/>
                    <a:pt x="0" y="87"/>
                  </a:cubicBezTo>
                  <a:lnTo>
                    <a:pt x="0" y="4132"/>
                  </a:lnTo>
                  <a:cubicBezTo>
                    <a:pt x="0" y="4189"/>
                    <a:pt x="44" y="4234"/>
                    <a:pt x="102" y="4234"/>
                  </a:cubicBezTo>
                  <a:lnTo>
                    <a:pt x="2857" y="4234"/>
                  </a:lnTo>
                  <a:cubicBezTo>
                    <a:pt x="2900" y="4234"/>
                    <a:pt x="2944" y="4189"/>
                    <a:pt x="2944" y="4132"/>
                  </a:cubicBezTo>
                  <a:lnTo>
                    <a:pt x="2944" y="87"/>
                  </a:lnTo>
                  <a:cubicBezTo>
                    <a:pt x="2944" y="43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1" name="Google Shape;591;p43"/>
          <p:cNvSpPr/>
          <p:nvPr/>
        </p:nvSpPr>
        <p:spPr>
          <a:xfrm flipH="1" rot="-1390848">
            <a:off x="2820271" y="3334314"/>
            <a:ext cx="9543785" cy="1600999"/>
          </a:xfrm>
          <a:custGeom>
            <a:rect b="b" l="l" r="r" t="t"/>
            <a:pathLst>
              <a:path extrusionOk="0" h="47304" w="281986">
                <a:moveTo>
                  <a:pt x="139742" y="0"/>
                </a:moveTo>
                <a:cubicBezTo>
                  <a:pt x="128653" y="0"/>
                  <a:pt x="122859" y="6646"/>
                  <a:pt x="117240" y="13075"/>
                </a:cubicBezTo>
                <a:cubicBezTo>
                  <a:pt x="111499" y="19628"/>
                  <a:pt x="105569" y="26413"/>
                  <a:pt x="94000" y="26413"/>
                </a:cubicBezTo>
                <a:cubicBezTo>
                  <a:pt x="82199" y="26413"/>
                  <a:pt x="76198" y="31676"/>
                  <a:pt x="70399" y="36750"/>
                </a:cubicBezTo>
                <a:cubicBezTo>
                  <a:pt x="64644" y="41809"/>
                  <a:pt x="58700" y="47028"/>
                  <a:pt x="47000" y="47028"/>
                </a:cubicBezTo>
                <a:cubicBezTo>
                  <a:pt x="35302" y="47028"/>
                  <a:pt x="29343" y="41809"/>
                  <a:pt x="23588" y="36750"/>
                </a:cubicBezTo>
                <a:cubicBezTo>
                  <a:pt x="17789" y="31676"/>
                  <a:pt x="11801" y="26413"/>
                  <a:pt x="0" y="26413"/>
                </a:cubicBezTo>
                <a:lnTo>
                  <a:pt x="0" y="26703"/>
                </a:lnTo>
                <a:cubicBezTo>
                  <a:pt x="11700" y="26703"/>
                  <a:pt x="17644" y="31922"/>
                  <a:pt x="23399" y="36967"/>
                </a:cubicBezTo>
                <a:cubicBezTo>
                  <a:pt x="29198" y="42056"/>
                  <a:pt x="35199" y="47304"/>
                  <a:pt x="47000" y="47304"/>
                </a:cubicBezTo>
                <a:cubicBezTo>
                  <a:pt x="58801" y="47304"/>
                  <a:pt x="64789" y="42056"/>
                  <a:pt x="70588" y="36967"/>
                </a:cubicBezTo>
                <a:cubicBezTo>
                  <a:pt x="76342" y="31922"/>
                  <a:pt x="82301" y="26703"/>
                  <a:pt x="94000" y="26703"/>
                </a:cubicBezTo>
                <a:cubicBezTo>
                  <a:pt x="105700" y="26703"/>
                  <a:pt x="111673" y="19860"/>
                  <a:pt x="117456" y="13249"/>
                </a:cubicBezTo>
                <a:cubicBezTo>
                  <a:pt x="123281" y="6588"/>
                  <a:pt x="128795" y="276"/>
                  <a:pt x="139715" y="276"/>
                </a:cubicBezTo>
                <a:cubicBezTo>
                  <a:pt x="140131" y="276"/>
                  <a:pt x="140554" y="285"/>
                  <a:pt x="140986" y="304"/>
                </a:cubicBezTo>
                <a:cubicBezTo>
                  <a:pt x="152337" y="797"/>
                  <a:pt x="158122" y="9799"/>
                  <a:pt x="164240" y="19309"/>
                </a:cubicBezTo>
                <a:cubicBezTo>
                  <a:pt x="170168" y="28544"/>
                  <a:pt x="176315" y="38084"/>
                  <a:pt x="187971" y="39460"/>
                </a:cubicBezTo>
                <a:cubicBezTo>
                  <a:pt x="189576" y="39649"/>
                  <a:pt x="191074" y="39736"/>
                  <a:pt x="192480" y="39736"/>
                </a:cubicBezTo>
                <a:cubicBezTo>
                  <a:pt x="201143" y="39736"/>
                  <a:pt x="206325" y="36417"/>
                  <a:pt x="211775" y="32937"/>
                </a:cubicBezTo>
                <a:cubicBezTo>
                  <a:pt x="217676" y="29153"/>
                  <a:pt x="223794" y="25239"/>
                  <a:pt x="235000" y="24746"/>
                </a:cubicBezTo>
                <a:cubicBezTo>
                  <a:pt x="246829" y="24224"/>
                  <a:pt x="252773" y="18657"/>
                  <a:pt x="258529" y="13278"/>
                </a:cubicBezTo>
                <a:cubicBezTo>
                  <a:pt x="264531" y="7669"/>
                  <a:pt x="270185" y="2377"/>
                  <a:pt x="281986" y="2377"/>
                </a:cubicBezTo>
                <a:lnTo>
                  <a:pt x="281986" y="2087"/>
                </a:lnTo>
                <a:cubicBezTo>
                  <a:pt x="270083" y="2087"/>
                  <a:pt x="264110" y="7669"/>
                  <a:pt x="258340" y="13075"/>
                </a:cubicBezTo>
                <a:cubicBezTo>
                  <a:pt x="252628" y="18425"/>
                  <a:pt x="246713" y="23948"/>
                  <a:pt x="234986" y="24470"/>
                </a:cubicBezTo>
                <a:cubicBezTo>
                  <a:pt x="223707" y="24949"/>
                  <a:pt x="217560" y="28892"/>
                  <a:pt x="211616" y="32691"/>
                </a:cubicBezTo>
                <a:cubicBezTo>
                  <a:pt x="206208" y="36155"/>
                  <a:pt x="201067" y="39448"/>
                  <a:pt x="192503" y="39448"/>
                </a:cubicBezTo>
                <a:cubicBezTo>
                  <a:pt x="191104" y="39448"/>
                  <a:pt x="189613" y="39360"/>
                  <a:pt x="188015" y="39170"/>
                </a:cubicBezTo>
                <a:cubicBezTo>
                  <a:pt x="176475" y="37823"/>
                  <a:pt x="170371" y="28326"/>
                  <a:pt x="164471" y="19164"/>
                </a:cubicBezTo>
                <a:cubicBezTo>
                  <a:pt x="158310" y="9582"/>
                  <a:pt x="152497" y="521"/>
                  <a:pt x="141000" y="28"/>
                </a:cubicBezTo>
                <a:cubicBezTo>
                  <a:pt x="140573" y="9"/>
                  <a:pt x="140154" y="0"/>
                  <a:pt x="1397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mercial Trading Company Profile by Slidesgo">
  <a:themeElements>
    <a:clrScheme name="Simple Light">
      <a:dk1>
        <a:srgbClr val="EFEFEF"/>
      </a:dk1>
      <a:lt1>
        <a:srgbClr val="080243"/>
      </a:lt1>
      <a:dk2>
        <a:srgbClr val="036FC4"/>
      </a:dk2>
      <a:lt2>
        <a:srgbClr val="03ACE5"/>
      </a:lt2>
      <a:accent1>
        <a:srgbClr val="89FFFF"/>
      </a:accent1>
      <a:accent2>
        <a:srgbClr val="00FF00"/>
      </a:accent2>
      <a:accent3>
        <a:srgbClr val="90FF90"/>
      </a:accent3>
      <a:accent4>
        <a:srgbClr val="FFFFFF"/>
      </a:accent4>
      <a:accent5>
        <a:srgbClr val="FFFFFF"/>
      </a:accent5>
      <a:accent6>
        <a:srgbClr val="FFFFFF"/>
      </a:accent6>
      <a:hlink>
        <a:srgbClr val="EFEFE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